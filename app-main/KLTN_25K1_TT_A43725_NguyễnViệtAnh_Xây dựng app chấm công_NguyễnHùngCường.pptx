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70" r:id="rId3"/>
    <p:sldId id="257" r:id="rId4"/>
    <p:sldId id="279" r:id="rId5"/>
    <p:sldId id="265" r:id="rId6"/>
    <p:sldId id="283" r:id="rId7"/>
    <p:sldId id="264" r:id="rId8"/>
    <p:sldId id="284" r:id="rId9"/>
    <p:sldId id="285" r:id="rId10"/>
    <p:sldId id="287" r:id="rId11"/>
    <p:sldId id="297" r:id="rId12"/>
    <p:sldId id="288" r:id="rId13"/>
    <p:sldId id="305" r:id="rId14"/>
    <p:sldId id="280" r:id="rId15"/>
    <p:sldId id="304" r:id="rId16"/>
    <p:sldId id="261" r:id="rId17"/>
    <p:sldId id="278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C6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9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#10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#1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#12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#13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#14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#15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#16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BA9AAD-5215-440E-82EC-C9C3DD1A7F93}" type="doc">
      <dgm:prSet loTypeId="urn:microsoft.com/office/officeart/2005/8/layout/hList6" loCatId="list" qsTypeId="urn:microsoft.com/office/officeart/2005/8/quickstyle/simple1#12" qsCatId="simple" csTypeId="urn:microsoft.com/office/officeart/2005/8/colors/accent1_1#9" csCatId="accent1" phldr="1"/>
      <dgm:spPr/>
      <dgm:t>
        <a:bodyPr/>
        <a:lstStyle/>
        <a:p>
          <a:endParaRPr lang="en-US"/>
        </a:p>
      </dgm:t>
    </dgm:pt>
    <dgm:pt modelId="{80DDD7D9-479A-44B2-89F1-C3DE30BB7006}">
      <dgm:prSet/>
      <dgm:spPr/>
      <dgm:t>
        <a:bodyPr/>
        <a:lstStyle/>
        <a:p>
          <a:r>
            <a:rPr lang="en-US" dirty="0"/>
            <a:t>Lý do </a:t>
          </a:r>
          <a:r>
            <a:rPr lang="en-US" dirty="0" err="1"/>
            <a:t>chọn</a:t>
          </a:r>
          <a:r>
            <a:rPr lang="en-US" dirty="0"/>
            <a:t> </a:t>
          </a:r>
          <a:r>
            <a:rPr lang="en-US" dirty="0" err="1"/>
            <a:t>đề</a:t>
          </a:r>
          <a:r>
            <a:rPr lang="en-US" dirty="0"/>
            <a:t> </a:t>
          </a:r>
          <a:r>
            <a:rPr lang="en-US" dirty="0" err="1"/>
            <a:t>tài</a:t>
          </a:r>
          <a:endParaRPr lang="en-US" dirty="0"/>
        </a:p>
      </dgm:t>
    </dgm:pt>
    <dgm:pt modelId="{022E0922-9AC5-44C7-B8D4-DAF95BF8AD45}" type="parTrans" cxnId="{0C898C78-48BF-47D6-AC95-8ED660238592}">
      <dgm:prSet/>
      <dgm:spPr/>
      <dgm:t>
        <a:bodyPr/>
        <a:lstStyle/>
        <a:p>
          <a:endParaRPr lang="en-US"/>
        </a:p>
      </dgm:t>
    </dgm:pt>
    <dgm:pt modelId="{B8C3D379-21D6-428D-A2E5-033905A63A2F}" type="sibTrans" cxnId="{0C898C78-48BF-47D6-AC95-8ED660238592}">
      <dgm:prSet/>
      <dgm:spPr/>
      <dgm:t>
        <a:bodyPr/>
        <a:lstStyle/>
        <a:p>
          <a:endParaRPr lang="en-US"/>
        </a:p>
      </dgm:t>
    </dgm:pt>
    <dgm:pt modelId="{D012E6ED-D449-4A42-B2BF-AF25E83256CD}">
      <dgm:prSet/>
      <dgm:spPr/>
      <dgm:t>
        <a:bodyPr/>
        <a:lstStyle/>
        <a:p>
          <a:r>
            <a:rPr lang="en-US" dirty="0" err="1"/>
            <a:t>Mục</a:t>
          </a:r>
          <a:r>
            <a:rPr lang="en-US" dirty="0"/>
            <a:t> </a:t>
          </a:r>
          <a:r>
            <a:rPr lang="en-US" dirty="0" err="1"/>
            <a:t>tiêu</a:t>
          </a:r>
          <a:r>
            <a:rPr lang="en-US" dirty="0"/>
            <a:t> &amp; </a:t>
          </a:r>
          <a:r>
            <a:rPr lang="en-US" dirty="0" err="1"/>
            <a:t>phạm</a:t>
          </a:r>
          <a:r>
            <a:rPr lang="en-US" dirty="0"/>
            <a:t> vi</a:t>
          </a:r>
        </a:p>
      </dgm:t>
    </dgm:pt>
    <dgm:pt modelId="{5D5F617F-E0A9-4257-8A5E-2D18E4CB834E}" type="parTrans" cxnId="{8E9521FD-1C15-455E-A1C6-C39276FFE331}">
      <dgm:prSet/>
      <dgm:spPr/>
      <dgm:t>
        <a:bodyPr/>
        <a:lstStyle/>
        <a:p>
          <a:endParaRPr lang="en-US"/>
        </a:p>
      </dgm:t>
    </dgm:pt>
    <dgm:pt modelId="{289DAD2B-A384-4B6C-987E-C51944A42AB0}" type="sibTrans" cxnId="{8E9521FD-1C15-455E-A1C6-C39276FFE331}">
      <dgm:prSet/>
      <dgm:spPr/>
      <dgm:t>
        <a:bodyPr/>
        <a:lstStyle/>
        <a:p>
          <a:endParaRPr lang="en-US"/>
        </a:p>
      </dgm:t>
    </dgm:pt>
    <dgm:pt modelId="{7BF701A0-77AC-4F0F-827C-5E7B647B3912}">
      <dgm:prSet/>
      <dgm:spPr/>
      <dgm:t>
        <a:bodyPr/>
        <a:lstStyle/>
        <a:p>
          <a:r>
            <a:rPr lang="en-US" dirty="0"/>
            <a:t>Công </a:t>
          </a:r>
          <a:r>
            <a:rPr lang="en-US" dirty="0" err="1"/>
            <a:t>nghệ</a:t>
          </a:r>
          <a:r>
            <a:rPr lang="en-US" dirty="0"/>
            <a:t> </a:t>
          </a:r>
          <a:r>
            <a:rPr lang="en-US" dirty="0" err="1"/>
            <a:t>sử</a:t>
          </a:r>
          <a:r>
            <a:rPr lang="en-US" dirty="0"/>
            <a:t> </a:t>
          </a:r>
          <a:r>
            <a:rPr lang="en-US" dirty="0" err="1"/>
            <a:t>dụng</a:t>
          </a:r>
          <a:endParaRPr lang="en-US" dirty="0"/>
        </a:p>
      </dgm:t>
    </dgm:pt>
    <dgm:pt modelId="{54F73111-88AD-4409-9F7E-B268A21B778F}" type="parTrans" cxnId="{371F018C-BEB6-4525-BB36-E9B855539DC6}">
      <dgm:prSet/>
      <dgm:spPr/>
      <dgm:t>
        <a:bodyPr/>
        <a:lstStyle/>
        <a:p>
          <a:endParaRPr lang="en-US"/>
        </a:p>
      </dgm:t>
    </dgm:pt>
    <dgm:pt modelId="{A63F5627-2E9C-44C0-BC65-17C9B59157DD}" type="sibTrans" cxnId="{371F018C-BEB6-4525-BB36-E9B855539DC6}">
      <dgm:prSet/>
      <dgm:spPr/>
      <dgm:t>
        <a:bodyPr/>
        <a:lstStyle/>
        <a:p>
          <a:endParaRPr lang="en-US"/>
        </a:p>
      </dgm:t>
    </dgm:pt>
    <dgm:pt modelId="{10E324E1-1E94-4BBF-BD93-8BD711F12F6A}">
      <dgm:prSet/>
      <dgm:spPr/>
      <dgm:t>
        <a:bodyPr/>
        <a:lstStyle/>
        <a:p>
          <a:r>
            <a:rPr lang="en-US" dirty="0" err="1"/>
            <a:t>Kiến</a:t>
          </a:r>
          <a:r>
            <a:rPr lang="en-US" dirty="0"/>
            <a:t> </a:t>
          </a:r>
          <a:r>
            <a:rPr lang="en-US" dirty="0" err="1"/>
            <a:t>trúc</a:t>
          </a:r>
          <a:r>
            <a:rPr lang="en-US" dirty="0"/>
            <a:t> </a:t>
          </a:r>
          <a:r>
            <a:rPr lang="en-US" dirty="0" err="1"/>
            <a:t>hệ</a:t>
          </a:r>
          <a:r>
            <a:rPr lang="en-US" dirty="0"/>
            <a:t> </a:t>
          </a:r>
          <a:r>
            <a:rPr lang="en-US" dirty="0" err="1"/>
            <a:t>thống</a:t>
          </a:r>
          <a:endParaRPr lang="en-US" dirty="0"/>
        </a:p>
      </dgm:t>
    </dgm:pt>
    <dgm:pt modelId="{7799555B-DB9D-4E1A-8D92-3E7EA1271C2B}" type="parTrans" cxnId="{ECE00EF1-6BA9-48D8-82F2-2E98C2439418}">
      <dgm:prSet/>
      <dgm:spPr/>
      <dgm:t>
        <a:bodyPr/>
        <a:lstStyle/>
        <a:p>
          <a:endParaRPr lang="en-US"/>
        </a:p>
      </dgm:t>
    </dgm:pt>
    <dgm:pt modelId="{9C03611F-3347-4532-B337-C8A8B2191937}" type="sibTrans" cxnId="{ECE00EF1-6BA9-48D8-82F2-2E98C2439418}">
      <dgm:prSet/>
      <dgm:spPr/>
      <dgm:t>
        <a:bodyPr/>
        <a:lstStyle/>
        <a:p>
          <a:endParaRPr lang="en-US"/>
        </a:p>
      </dgm:t>
    </dgm:pt>
    <dgm:pt modelId="{A420AFBE-BABF-4B42-A1EF-93CFEE247AA2}">
      <dgm:prSet/>
      <dgm:spPr/>
      <dgm:t>
        <a:bodyPr/>
        <a:lstStyle/>
        <a:p>
          <a:r>
            <a:rPr lang="en-US" dirty="0"/>
            <a:t>Quy </a:t>
          </a:r>
          <a:r>
            <a:rPr lang="en-US" dirty="0" err="1"/>
            <a:t>trình</a:t>
          </a:r>
          <a:r>
            <a:rPr lang="en-US" dirty="0"/>
            <a:t> </a:t>
          </a:r>
          <a:r>
            <a:rPr lang="en-US" dirty="0" err="1"/>
            <a:t>tuyển</a:t>
          </a:r>
          <a:r>
            <a:rPr lang="en-US" dirty="0"/>
            <a:t> </a:t>
          </a:r>
          <a:r>
            <a:rPr lang="en-US" dirty="0" err="1"/>
            <a:t>dụng</a:t>
          </a:r>
          <a:endParaRPr lang="en-US" dirty="0"/>
        </a:p>
      </dgm:t>
    </dgm:pt>
    <dgm:pt modelId="{5CD0C2DF-9CE7-4B60-BD30-5B5607A11A14}" type="parTrans" cxnId="{4743B835-06D5-4EF2-938B-9AA2040AEAE2}">
      <dgm:prSet/>
      <dgm:spPr/>
      <dgm:t>
        <a:bodyPr/>
        <a:lstStyle/>
        <a:p>
          <a:endParaRPr lang="en-US"/>
        </a:p>
      </dgm:t>
    </dgm:pt>
    <dgm:pt modelId="{C37098F0-3FCF-489A-95BC-ABD2D9776F27}" type="sibTrans" cxnId="{4743B835-06D5-4EF2-938B-9AA2040AEAE2}">
      <dgm:prSet/>
      <dgm:spPr/>
      <dgm:t>
        <a:bodyPr/>
        <a:lstStyle/>
        <a:p>
          <a:endParaRPr lang="en-US"/>
        </a:p>
      </dgm:t>
    </dgm:pt>
    <dgm:pt modelId="{AAFDC3D6-4872-42ED-BA9C-F9E20A1D4548}">
      <dgm:prSet/>
      <dgm:spPr/>
      <dgm:t>
        <a:bodyPr/>
        <a:lstStyle/>
        <a:p>
          <a:r>
            <a:rPr lang="en-US" dirty="0" err="1"/>
            <a:t>Chức</a:t>
          </a:r>
          <a:r>
            <a:rPr lang="en-US" dirty="0"/>
            <a:t> </a:t>
          </a:r>
          <a:r>
            <a:rPr lang="en-US" dirty="0" err="1"/>
            <a:t>năng</a:t>
          </a:r>
          <a:r>
            <a:rPr lang="en-US" dirty="0"/>
            <a:t> </a:t>
          </a:r>
          <a:r>
            <a:rPr lang="en-US" dirty="0" err="1"/>
            <a:t>chính</a:t>
          </a:r>
          <a:endParaRPr lang="en-US" dirty="0"/>
        </a:p>
      </dgm:t>
    </dgm:pt>
    <dgm:pt modelId="{8DF74DD5-0D94-4A15-AB40-0100AFC9BFAE}" type="parTrans" cxnId="{08FF3D15-AED4-4070-80B6-05560D7F2F7E}">
      <dgm:prSet/>
      <dgm:spPr/>
      <dgm:t>
        <a:bodyPr/>
        <a:lstStyle/>
        <a:p>
          <a:endParaRPr lang="en-US"/>
        </a:p>
      </dgm:t>
    </dgm:pt>
    <dgm:pt modelId="{94960B67-C2D7-4B61-A8F3-0F1915C1299F}" type="sibTrans" cxnId="{08FF3D15-AED4-4070-80B6-05560D7F2F7E}">
      <dgm:prSet/>
      <dgm:spPr/>
      <dgm:t>
        <a:bodyPr/>
        <a:lstStyle/>
        <a:p>
          <a:endParaRPr lang="en-US"/>
        </a:p>
      </dgm:t>
    </dgm:pt>
    <dgm:pt modelId="{DD6CF521-1934-4311-8A85-489EAFB0A37C}">
      <dgm:prSet/>
      <dgm:spPr/>
      <dgm:t>
        <a:bodyPr/>
        <a:lstStyle/>
        <a:p>
          <a:r>
            <a:rPr lang="en-US" dirty="0" err="1"/>
            <a:t>Kết</a:t>
          </a:r>
          <a:r>
            <a:rPr lang="en-US" dirty="0"/>
            <a:t> </a:t>
          </a:r>
          <a:r>
            <a:rPr lang="en-US" dirty="0" err="1"/>
            <a:t>luận</a:t>
          </a:r>
          <a:r>
            <a:rPr lang="en-US" dirty="0"/>
            <a:t> &amp; </a:t>
          </a:r>
          <a:r>
            <a:rPr lang="en-US" dirty="0" err="1"/>
            <a:t>phát</a:t>
          </a:r>
          <a:r>
            <a:rPr lang="en-US" dirty="0"/>
            <a:t> </a:t>
          </a:r>
          <a:r>
            <a:rPr lang="en-US" dirty="0" err="1"/>
            <a:t>triển</a:t>
          </a:r>
          <a:endParaRPr lang="en-US" dirty="0"/>
        </a:p>
      </dgm:t>
    </dgm:pt>
    <dgm:pt modelId="{2C219879-F3F7-439F-85E5-61B53F373072}" type="parTrans" cxnId="{1BCEF01C-31D7-4788-BADC-6D9646A20D33}">
      <dgm:prSet/>
      <dgm:spPr/>
      <dgm:t>
        <a:bodyPr/>
        <a:lstStyle/>
        <a:p>
          <a:endParaRPr lang="en-US"/>
        </a:p>
      </dgm:t>
    </dgm:pt>
    <dgm:pt modelId="{C6E11474-97F1-40BD-B3EB-4BECFC55D1E3}" type="sibTrans" cxnId="{1BCEF01C-31D7-4788-BADC-6D9646A20D33}">
      <dgm:prSet/>
      <dgm:spPr/>
      <dgm:t>
        <a:bodyPr/>
        <a:lstStyle/>
        <a:p>
          <a:endParaRPr lang="en-US"/>
        </a:p>
      </dgm:t>
    </dgm:pt>
    <dgm:pt modelId="{D25B1129-9BB0-45E1-AD65-156EF048F7B3}" type="pres">
      <dgm:prSet presAssocID="{5CBA9AAD-5215-440E-82EC-C9C3DD1A7F93}" presName="Name0" presStyleCnt="0">
        <dgm:presLayoutVars>
          <dgm:dir/>
          <dgm:resizeHandles val="exact"/>
        </dgm:presLayoutVars>
      </dgm:prSet>
      <dgm:spPr/>
    </dgm:pt>
    <dgm:pt modelId="{EDA1EC88-7B2E-46A7-BA10-037A20E3677C}" type="pres">
      <dgm:prSet presAssocID="{80DDD7D9-479A-44B2-89F1-C3DE30BB7006}" presName="node" presStyleLbl="node1" presStyleIdx="0" presStyleCnt="7">
        <dgm:presLayoutVars>
          <dgm:bulletEnabled val="1"/>
        </dgm:presLayoutVars>
      </dgm:prSet>
      <dgm:spPr/>
    </dgm:pt>
    <dgm:pt modelId="{32BC14B0-D209-4A47-B672-570FC30B0950}" type="pres">
      <dgm:prSet presAssocID="{B8C3D379-21D6-428D-A2E5-033905A63A2F}" presName="sibTrans" presStyleCnt="0"/>
      <dgm:spPr/>
    </dgm:pt>
    <dgm:pt modelId="{3A43FC58-84D8-450C-A734-25173B31E5F2}" type="pres">
      <dgm:prSet presAssocID="{D012E6ED-D449-4A42-B2BF-AF25E83256CD}" presName="node" presStyleLbl="node1" presStyleIdx="1" presStyleCnt="7">
        <dgm:presLayoutVars>
          <dgm:bulletEnabled val="1"/>
        </dgm:presLayoutVars>
      </dgm:prSet>
      <dgm:spPr/>
    </dgm:pt>
    <dgm:pt modelId="{0A2B1DCE-F555-49C4-A63C-A728AA2C5355}" type="pres">
      <dgm:prSet presAssocID="{289DAD2B-A384-4B6C-987E-C51944A42AB0}" presName="sibTrans" presStyleCnt="0"/>
      <dgm:spPr/>
    </dgm:pt>
    <dgm:pt modelId="{56F66401-E984-4A05-B599-257AD8DFA4EE}" type="pres">
      <dgm:prSet presAssocID="{7BF701A0-77AC-4F0F-827C-5E7B647B3912}" presName="node" presStyleLbl="node1" presStyleIdx="2" presStyleCnt="7">
        <dgm:presLayoutVars>
          <dgm:bulletEnabled val="1"/>
        </dgm:presLayoutVars>
      </dgm:prSet>
      <dgm:spPr/>
    </dgm:pt>
    <dgm:pt modelId="{BCABCBE3-8BC5-4B92-8615-FAAE2C515010}" type="pres">
      <dgm:prSet presAssocID="{A63F5627-2E9C-44C0-BC65-17C9B59157DD}" presName="sibTrans" presStyleCnt="0"/>
      <dgm:spPr/>
    </dgm:pt>
    <dgm:pt modelId="{48DADF49-2BD7-454A-A8A7-1606A7C45E3F}" type="pres">
      <dgm:prSet presAssocID="{10E324E1-1E94-4BBF-BD93-8BD711F12F6A}" presName="node" presStyleLbl="node1" presStyleIdx="3" presStyleCnt="7">
        <dgm:presLayoutVars>
          <dgm:bulletEnabled val="1"/>
        </dgm:presLayoutVars>
      </dgm:prSet>
      <dgm:spPr/>
    </dgm:pt>
    <dgm:pt modelId="{8CE43785-13E7-47F9-8919-AE518FFED032}" type="pres">
      <dgm:prSet presAssocID="{9C03611F-3347-4532-B337-C8A8B2191937}" presName="sibTrans" presStyleCnt="0"/>
      <dgm:spPr/>
    </dgm:pt>
    <dgm:pt modelId="{57247B8A-DB57-41ED-8E88-A70DBE5E2F93}" type="pres">
      <dgm:prSet presAssocID="{A420AFBE-BABF-4B42-A1EF-93CFEE247AA2}" presName="node" presStyleLbl="node1" presStyleIdx="4" presStyleCnt="7">
        <dgm:presLayoutVars>
          <dgm:bulletEnabled val="1"/>
        </dgm:presLayoutVars>
      </dgm:prSet>
      <dgm:spPr/>
    </dgm:pt>
    <dgm:pt modelId="{4CA4FCB8-88B2-479D-89DE-9C12B1F60971}" type="pres">
      <dgm:prSet presAssocID="{C37098F0-3FCF-489A-95BC-ABD2D9776F27}" presName="sibTrans" presStyleCnt="0"/>
      <dgm:spPr/>
    </dgm:pt>
    <dgm:pt modelId="{1E305D76-F2FB-4632-979D-7D9A06349953}" type="pres">
      <dgm:prSet presAssocID="{AAFDC3D6-4872-42ED-BA9C-F9E20A1D4548}" presName="node" presStyleLbl="node1" presStyleIdx="5" presStyleCnt="7">
        <dgm:presLayoutVars>
          <dgm:bulletEnabled val="1"/>
        </dgm:presLayoutVars>
      </dgm:prSet>
      <dgm:spPr/>
    </dgm:pt>
    <dgm:pt modelId="{AC5B185D-334A-4538-99B8-164A99D1E97F}" type="pres">
      <dgm:prSet presAssocID="{94960B67-C2D7-4B61-A8F3-0F1915C1299F}" presName="sibTrans" presStyleCnt="0"/>
      <dgm:spPr/>
    </dgm:pt>
    <dgm:pt modelId="{C2193627-44C4-4FE9-A44A-AA8D2E9472F9}" type="pres">
      <dgm:prSet presAssocID="{DD6CF521-1934-4311-8A85-489EAFB0A37C}" presName="node" presStyleLbl="node1" presStyleIdx="6" presStyleCnt="7">
        <dgm:presLayoutVars>
          <dgm:bulletEnabled val="1"/>
        </dgm:presLayoutVars>
      </dgm:prSet>
      <dgm:spPr/>
    </dgm:pt>
  </dgm:ptLst>
  <dgm:cxnLst>
    <dgm:cxn modelId="{37DA3E13-E199-47F8-8AD6-68A2618DBE8E}" type="presOf" srcId="{80DDD7D9-479A-44B2-89F1-C3DE30BB7006}" destId="{EDA1EC88-7B2E-46A7-BA10-037A20E3677C}" srcOrd="0" destOrd="0" presId="urn:microsoft.com/office/officeart/2005/8/layout/hList6"/>
    <dgm:cxn modelId="{08FF3D15-AED4-4070-80B6-05560D7F2F7E}" srcId="{5CBA9AAD-5215-440E-82EC-C9C3DD1A7F93}" destId="{AAFDC3D6-4872-42ED-BA9C-F9E20A1D4548}" srcOrd="5" destOrd="0" parTransId="{8DF74DD5-0D94-4A15-AB40-0100AFC9BFAE}" sibTransId="{94960B67-C2D7-4B61-A8F3-0F1915C1299F}"/>
    <dgm:cxn modelId="{1BCEF01C-31D7-4788-BADC-6D9646A20D33}" srcId="{5CBA9AAD-5215-440E-82EC-C9C3DD1A7F93}" destId="{DD6CF521-1934-4311-8A85-489EAFB0A37C}" srcOrd="6" destOrd="0" parTransId="{2C219879-F3F7-439F-85E5-61B53F373072}" sibTransId="{C6E11474-97F1-40BD-B3EB-4BECFC55D1E3}"/>
    <dgm:cxn modelId="{D58BE71F-B6AF-4179-8D55-BC09FD719CB4}" type="presOf" srcId="{A420AFBE-BABF-4B42-A1EF-93CFEE247AA2}" destId="{57247B8A-DB57-41ED-8E88-A70DBE5E2F93}" srcOrd="0" destOrd="0" presId="urn:microsoft.com/office/officeart/2005/8/layout/hList6"/>
    <dgm:cxn modelId="{4743B835-06D5-4EF2-938B-9AA2040AEAE2}" srcId="{5CBA9AAD-5215-440E-82EC-C9C3DD1A7F93}" destId="{A420AFBE-BABF-4B42-A1EF-93CFEE247AA2}" srcOrd="4" destOrd="0" parTransId="{5CD0C2DF-9CE7-4B60-BD30-5B5607A11A14}" sibTransId="{C37098F0-3FCF-489A-95BC-ABD2D9776F27}"/>
    <dgm:cxn modelId="{2452C040-266E-43F0-B6EA-1B410291D501}" type="presOf" srcId="{5CBA9AAD-5215-440E-82EC-C9C3DD1A7F93}" destId="{D25B1129-9BB0-45E1-AD65-156EF048F7B3}" srcOrd="0" destOrd="0" presId="urn:microsoft.com/office/officeart/2005/8/layout/hList6"/>
    <dgm:cxn modelId="{62F32A58-2F80-464D-84A9-7D8CED275DE0}" type="presOf" srcId="{7BF701A0-77AC-4F0F-827C-5E7B647B3912}" destId="{56F66401-E984-4A05-B599-257AD8DFA4EE}" srcOrd="0" destOrd="0" presId="urn:microsoft.com/office/officeart/2005/8/layout/hList6"/>
    <dgm:cxn modelId="{0C898C78-48BF-47D6-AC95-8ED660238592}" srcId="{5CBA9AAD-5215-440E-82EC-C9C3DD1A7F93}" destId="{80DDD7D9-479A-44B2-89F1-C3DE30BB7006}" srcOrd="0" destOrd="0" parTransId="{022E0922-9AC5-44C7-B8D4-DAF95BF8AD45}" sibTransId="{B8C3D379-21D6-428D-A2E5-033905A63A2F}"/>
    <dgm:cxn modelId="{371F018C-BEB6-4525-BB36-E9B855539DC6}" srcId="{5CBA9AAD-5215-440E-82EC-C9C3DD1A7F93}" destId="{7BF701A0-77AC-4F0F-827C-5E7B647B3912}" srcOrd="2" destOrd="0" parTransId="{54F73111-88AD-4409-9F7E-B268A21B778F}" sibTransId="{A63F5627-2E9C-44C0-BC65-17C9B59157DD}"/>
    <dgm:cxn modelId="{BEE371A4-7DC6-4F17-899B-1567C78E0844}" type="presOf" srcId="{D012E6ED-D449-4A42-B2BF-AF25E83256CD}" destId="{3A43FC58-84D8-450C-A734-25173B31E5F2}" srcOrd="0" destOrd="0" presId="urn:microsoft.com/office/officeart/2005/8/layout/hList6"/>
    <dgm:cxn modelId="{A3D978C1-BBE0-45C4-A217-B23A678A48F1}" type="presOf" srcId="{DD6CF521-1934-4311-8A85-489EAFB0A37C}" destId="{C2193627-44C4-4FE9-A44A-AA8D2E9472F9}" srcOrd="0" destOrd="0" presId="urn:microsoft.com/office/officeart/2005/8/layout/hList6"/>
    <dgm:cxn modelId="{61112FDD-1E82-4491-A9FB-B4E953C75F2F}" type="presOf" srcId="{AAFDC3D6-4872-42ED-BA9C-F9E20A1D4548}" destId="{1E305D76-F2FB-4632-979D-7D9A06349953}" srcOrd="0" destOrd="0" presId="urn:microsoft.com/office/officeart/2005/8/layout/hList6"/>
    <dgm:cxn modelId="{ECE00EF1-6BA9-48D8-82F2-2E98C2439418}" srcId="{5CBA9AAD-5215-440E-82EC-C9C3DD1A7F93}" destId="{10E324E1-1E94-4BBF-BD93-8BD711F12F6A}" srcOrd="3" destOrd="0" parTransId="{7799555B-DB9D-4E1A-8D92-3E7EA1271C2B}" sibTransId="{9C03611F-3347-4532-B337-C8A8B2191937}"/>
    <dgm:cxn modelId="{A0C703FC-27E4-484B-984B-39ACFA3C219B}" type="presOf" srcId="{10E324E1-1E94-4BBF-BD93-8BD711F12F6A}" destId="{48DADF49-2BD7-454A-A8A7-1606A7C45E3F}" srcOrd="0" destOrd="0" presId="urn:microsoft.com/office/officeart/2005/8/layout/hList6"/>
    <dgm:cxn modelId="{8E9521FD-1C15-455E-A1C6-C39276FFE331}" srcId="{5CBA9AAD-5215-440E-82EC-C9C3DD1A7F93}" destId="{D012E6ED-D449-4A42-B2BF-AF25E83256CD}" srcOrd="1" destOrd="0" parTransId="{5D5F617F-E0A9-4257-8A5E-2D18E4CB834E}" sibTransId="{289DAD2B-A384-4B6C-987E-C51944A42AB0}"/>
    <dgm:cxn modelId="{537FEB83-EC14-4B37-A0DD-BBE40969F6BC}" type="presParOf" srcId="{D25B1129-9BB0-45E1-AD65-156EF048F7B3}" destId="{EDA1EC88-7B2E-46A7-BA10-037A20E3677C}" srcOrd="0" destOrd="0" presId="urn:microsoft.com/office/officeart/2005/8/layout/hList6"/>
    <dgm:cxn modelId="{BE46C8BD-C86F-4C25-AC71-3DEA8F9C821E}" type="presParOf" srcId="{D25B1129-9BB0-45E1-AD65-156EF048F7B3}" destId="{32BC14B0-D209-4A47-B672-570FC30B0950}" srcOrd="1" destOrd="0" presId="urn:microsoft.com/office/officeart/2005/8/layout/hList6"/>
    <dgm:cxn modelId="{C89E02BD-81D9-43F0-AFD3-C41FE30803D3}" type="presParOf" srcId="{D25B1129-9BB0-45E1-AD65-156EF048F7B3}" destId="{3A43FC58-84D8-450C-A734-25173B31E5F2}" srcOrd="2" destOrd="0" presId="urn:microsoft.com/office/officeart/2005/8/layout/hList6"/>
    <dgm:cxn modelId="{09C7BB36-03E7-4382-9B9F-0D7BFEB9A45E}" type="presParOf" srcId="{D25B1129-9BB0-45E1-AD65-156EF048F7B3}" destId="{0A2B1DCE-F555-49C4-A63C-A728AA2C5355}" srcOrd="3" destOrd="0" presId="urn:microsoft.com/office/officeart/2005/8/layout/hList6"/>
    <dgm:cxn modelId="{110FD709-3BD4-429D-897E-9BEFDCD9AF74}" type="presParOf" srcId="{D25B1129-9BB0-45E1-AD65-156EF048F7B3}" destId="{56F66401-E984-4A05-B599-257AD8DFA4EE}" srcOrd="4" destOrd="0" presId="urn:microsoft.com/office/officeart/2005/8/layout/hList6"/>
    <dgm:cxn modelId="{2341FB69-46B4-4B13-BBE1-AAB12B35005D}" type="presParOf" srcId="{D25B1129-9BB0-45E1-AD65-156EF048F7B3}" destId="{BCABCBE3-8BC5-4B92-8615-FAAE2C515010}" srcOrd="5" destOrd="0" presId="urn:microsoft.com/office/officeart/2005/8/layout/hList6"/>
    <dgm:cxn modelId="{A1A022F0-9D16-4B13-9EA5-62C75476DC1B}" type="presParOf" srcId="{D25B1129-9BB0-45E1-AD65-156EF048F7B3}" destId="{48DADF49-2BD7-454A-A8A7-1606A7C45E3F}" srcOrd="6" destOrd="0" presId="urn:microsoft.com/office/officeart/2005/8/layout/hList6"/>
    <dgm:cxn modelId="{9980637A-4E2D-4315-BD2E-B665E0EE2430}" type="presParOf" srcId="{D25B1129-9BB0-45E1-AD65-156EF048F7B3}" destId="{8CE43785-13E7-47F9-8919-AE518FFED032}" srcOrd="7" destOrd="0" presId="urn:microsoft.com/office/officeart/2005/8/layout/hList6"/>
    <dgm:cxn modelId="{7D06C27E-12AA-412C-AAEA-1BFA514867D9}" type="presParOf" srcId="{D25B1129-9BB0-45E1-AD65-156EF048F7B3}" destId="{57247B8A-DB57-41ED-8E88-A70DBE5E2F93}" srcOrd="8" destOrd="0" presId="urn:microsoft.com/office/officeart/2005/8/layout/hList6"/>
    <dgm:cxn modelId="{560899AE-60B5-46E8-A3D4-AB1E16C5CFAC}" type="presParOf" srcId="{D25B1129-9BB0-45E1-AD65-156EF048F7B3}" destId="{4CA4FCB8-88B2-479D-89DE-9C12B1F60971}" srcOrd="9" destOrd="0" presId="urn:microsoft.com/office/officeart/2005/8/layout/hList6"/>
    <dgm:cxn modelId="{37A1A07B-37D2-4BDA-A001-AD5C27485849}" type="presParOf" srcId="{D25B1129-9BB0-45E1-AD65-156EF048F7B3}" destId="{1E305D76-F2FB-4632-979D-7D9A06349953}" srcOrd="10" destOrd="0" presId="urn:microsoft.com/office/officeart/2005/8/layout/hList6"/>
    <dgm:cxn modelId="{7CDC7523-CFD2-477E-928E-AF7F83390F60}" type="presParOf" srcId="{D25B1129-9BB0-45E1-AD65-156EF048F7B3}" destId="{AC5B185D-334A-4538-99B8-164A99D1E97F}" srcOrd="11" destOrd="0" presId="urn:microsoft.com/office/officeart/2005/8/layout/hList6"/>
    <dgm:cxn modelId="{8FBAF2CE-827E-47C0-A2DF-CF0138BC5821}" type="presParOf" srcId="{D25B1129-9BB0-45E1-AD65-156EF048F7B3}" destId="{C2193627-44C4-4FE9-A44A-AA8D2E9472F9}" srcOrd="1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7282F7-2D8E-428C-B2F7-F2CF91910736}" type="doc">
      <dgm:prSet loTypeId="urn:microsoft.com/office/officeart/2016/7/layout/BasicLinearProcessNumbered" loCatId="process" qsTypeId="urn:microsoft.com/office/officeart/2005/8/quickstyle/simple1#13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75B3B239-D642-4298-9EBF-3EB9F97D7606}">
      <dgm:prSet/>
      <dgm:spPr/>
      <dgm:t>
        <a:bodyPr/>
        <a:lstStyle/>
        <a:p>
          <a:r>
            <a:rPr lang="en-US" b="1" i="0" baseline="0" dirty="0"/>
            <a:t>Thị </a:t>
          </a:r>
          <a:r>
            <a:rPr lang="en-US" b="1" i="0" baseline="0" dirty="0" err="1"/>
            <a:t>trường</a:t>
          </a:r>
          <a:r>
            <a:rPr lang="en-US" b="1" i="0" baseline="0" dirty="0"/>
            <a:t> </a:t>
          </a:r>
          <a:r>
            <a:rPr lang="en-US" b="1" i="0" baseline="0" dirty="0" err="1"/>
            <a:t>việc</a:t>
          </a:r>
          <a:r>
            <a:rPr lang="en-US" b="1" i="0" baseline="0" dirty="0"/>
            <a:t> </a:t>
          </a:r>
          <a:r>
            <a:rPr lang="en-US" b="1" i="0" baseline="0" dirty="0" err="1"/>
            <a:t>làm</a:t>
          </a:r>
          <a:r>
            <a:rPr lang="en-US" b="1" i="0" baseline="0" dirty="0"/>
            <a:t> </a:t>
          </a:r>
          <a:r>
            <a:rPr lang="en-US" b="1" i="0" baseline="0" dirty="0" err="1"/>
            <a:t>năng</a:t>
          </a:r>
          <a:r>
            <a:rPr lang="en-US" b="1" i="0" baseline="0" dirty="0"/>
            <a:t> </a:t>
          </a:r>
          <a:r>
            <a:rPr lang="en-US" b="1" i="0" baseline="0" dirty="0" err="1"/>
            <a:t>động</a:t>
          </a:r>
          <a:r>
            <a:rPr lang="en-US" b="0" i="0" baseline="0" dirty="0"/>
            <a:t> </a:t>
          </a:r>
          <a:r>
            <a:rPr lang="en-US" b="0" i="0" baseline="0" dirty="0" err="1"/>
            <a:t>cần</a:t>
          </a:r>
          <a:r>
            <a:rPr lang="en-US" b="0" i="0" baseline="0" dirty="0"/>
            <a:t> </a:t>
          </a:r>
          <a:r>
            <a:rPr lang="en-US" b="0" i="0" baseline="0" dirty="0" err="1"/>
            <a:t>giải</a:t>
          </a:r>
          <a:r>
            <a:rPr lang="en-US" b="0" i="0" baseline="0" dirty="0"/>
            <a:t> </a:t>
          </a:r>
          <a:r>
            <a:rPr lang="en-US" b="0" i="0" baseline="0" dirty="0" err="1"/>
            <a:t>pháp</a:t>
          </a:r>
          <a:r>
            <a:rPr lang="en-US" b="0" i="0" baseline="0" dirty="0"/>
            <a:t> </a:t>
          </a:r>
          <a:r>
            <a:rPr lang="en-US" b="0" i="0" baseline="0" dirty="0" err="1"/>
            <a:t>hiệu</a:t>
          </a:r>
          <a:r>
            <a:rPr lang="en-US" b="0" i="0" baseline="0" dirty="0"/>
            <a:t> </a:t>
          </a:r>
          <a:r>
            <a:rPr lang="en-US" b="0" i="0" baseline="0" dirty="0" err="1"/>
            <a:t>quả</a:t>
          </a:r>
          <a:r>
            <a:rPr lang="en-US" b="0" i="0" baseline="0" dirty="0"/>
            <a:t> </a:t>
          </a:r>
          <a:r>
            <a:rPr lang="en-US" b="0" i="0" baseline="0" dirty="0" err="1"/>
            <a:t>bằng</a:t>
          </a:r>
          <a:r>
            <a:rPr lang="en-US" b="0" i="0" baseline="0" dirty="0"/>
            <a:t> </a:t>
          </a:r>
          <a:r>
            <a:rPr lang="en-US" b="0" i="0" baseline="0" dirty="0" err="1"/>
            <a:t>cách</a:t>
          </a:r>
          <a:r>
            <a:rPr lang="en-US" b="0" i="0" baseline="0" dirty="0"/>
            <a:t> </a:t>
          </a:r>
          <a:r>
            <a:rPr lang="en-US" b="0" i="0" baseline="0" dirty="0" err="1"/>
            <a:t>quản</a:t>
          </a:r>
          <a:r>
            <a:rPr lang="en-US" b="0" i="0" baseline="0" dirty="0"/>
            <a:t> </a:t>
          </a:r>
          <a:r>
            <a:rPr lang="en-US" b="0" i="0" baseline="0" dirty="0" err="1"/>
            <a:t>lý</a:t>
          </a:r>
          <a:r>
            <a:rPr lang="en-US" b="0" i="0" baseline="0" dirty="0"/>
            <a:t> </a:t>
          </a:r>
          <a:r>
            <a:rPr lang="en-US" b="0" i="0" baseline="0" dirty="0" err="1"/>
            <a:t>thời</a:t>
          </a:r>
          <a:r>
            <a:rPr lang="en-US" b="0" i="0" baseline="0" dirty="0"/>
            <a:t> </a:t>
          </a:r>
          <a:r>
            <a:rPr lang="en-US" b="0" i="0" baseline="0" dirty="0" err="1"/>
            <a:t>gian</a:t>
          </a:r>
          <a:r>
            <a:rPr lang="en-US" b="0" i="0" baseline="0" dirty="0"/>
            <a:t> </a:t>
          </a:r>
          <a:r>
            <a:rPr lang="en-US" b="0" i="0" baseline="0" dirty="0" err="1"/>
            <a:t>chính</a:t>
          </a:r>
          <a:r>
            <a:rPr lang="en-US" b="0" i="0" baseline="0" dirty="0"/>
            <a:t> </a:t>
          </a:r>
          <a:r>
            <a:rPr lang="en-US" b="0" i="0" baseline="0" dirty="0" err="1"/>
            <a:t>xác</a:t>
          </a:r>
          <a:endParaRPr lang="en-US" dirty="0"/>
        </a:p>
      </dgm:t>
    </dgm:pt>
    <dgm:pt modelId="{D0762CD9-36E6-4D78-A9CC-B6D3CFAD4440}" type="parTrans" cxnId="{ABA34132-135D-4236-A1D6-2B3B1C2EEDDA}">
      <dgm:prSet/>
      <dgm:spPr/>
      <dgm:t>
        <a:bodyPr/>
        <a:lstStyle/>
        <a:p>
          <a:endParaRPr lang="en-US"/>
        </a:p>
      </dgm:t>
    </dgm:pt>
    <dgm:pt modelId="{05773288-DD35-4D83-9720-C409FDD6A0DF}" type="sibTrans" cxnId="{ABA34132-135D-4236-A1D6-2B3B1C2EEDDA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E5FAA5C4-40D4-4736-998E-F5D7BC7A8616}">
      <dgm:prSet/>
      <dgm:spPr/>
      <dgm:t>
        <a:bodyPr/>
        <a:lstStyle/>
        <a:p>
          <a:r>
            <a:rPr lang="en-US" b="1" i="0" baseline="0" dirty="0"/>
            <a:t>Nhu </a:t>
          </a:r>
          <a:r>
            <a:rPr lang="en-US" b="1" i="0" baseline="0" dirty="0" err="1"/>
            <a:t>cầu</a:t>
          </a:r>
          <a:r>
            <a:rPr lang="en-US" b="1" i="0" baseline="0" dirty="0"/>
            <a:t> </a:t>
          </a:r>
          <a:r>
            <a:rPr lang="en-US" b="1" i="0" baseline="0" dirty="0" err="1"/>
            <a:t>số</a:t>
          </a:r>
          <a:r>
            <a:rPr lang="en-US" b="1" i="0" baseline="0" dirty="0"/>
            <a:t> </a:t>
          </a:r>
          <a:r>
            <a:rPr lang="en-US" b="1" i="0" baseline="0" dirty="0" err="1"/>
            <a:t>hóa</a:t>
          </a:r>
          <a:r>
            <a:rPr lang="en-US" b="1" i="0" baseline="0" dirty="0"/>
            <a:t> </a:t>
          </a:r>
          <a:r>
            <a:rPr lang="en-US" b="1" i="0" baseline="0" dirty="0" err="1"/>
            <a:t>quy</a:t>
          </a:r>
          <a:r>
            <a:rPr lang="en-US" b="1" i="0" baseline="0" dirty="0"/>
            <a:t> </a:t>
          </a:r>
          <a:r>
            <a:rPr lang="en-US" b="1" i="0" baseline="0" dirty="0" err="1"/>
            <a:t>trình</a:t>
          </a:r>
          <a:r>
            <a:rPr lang="en-US" b="1" i="0" baseline="0" dirty="0"/>
            <a:t> </a:t>
          </a:r>
          <a:r>
            <a:rPr lang="en-US" b="1" i="0" baseline="0" dirty="0" err="1"/>
            <a:t>tuyển</a:t>
          </a:r>
          <a:r>
            <a:rPr lang="en-US" b="1" i="0" baseline="0" dirty="0"/>
            <a:t> </a:t>
          </a:r>
          <a:r>
            <a:rPr lang="en-US" b="1" i="0" baseline="0" dirty="0" err="1"/>
            <a:t>dụng</a:t>
          </a:r>
          <a:r>
            <a:rPr lang="en-US" b="0" i="0" baseline="0" dirty="0"/>
            <a:t> </a:t>
          </a:r>
          <a:r>
            <a:rPr lang="en-US" b="0" i="0" baseline="0" dirty="0" err="1"/>
            <a:t>ngày</a:t>
          </a:r>
          <a:r>
            <a:rPr lang="en-US" b="0" i="0" baseline="0" dirty="0"/>
            <a:t> </a:t>
          </a:r>
          <a:r>
            <a:rPr lang="en-US" b="0" i="0" baseline="0" dirty="0" err="1"/>
            <a:t>càng</a:t>
          </a:r>
          <a:r>
            <a:rPr lang="en-US" b="0" i="0" baseline="0" dirty="0"/>
            <a:t> </a:t>
          </a:r>
          <a:r>
            <a:rPr lang="en-US" b="0" i="0" baseline="0" dirty="0" err="1"/>
            <a:t>tăng</a:t>
          </a:r>
          <a:r>
            <a:rPr lang="en-US" b="0" i="0" baseline="0" dirty="0"/>
            <a:t>. </a:t>
          </a:r>
          <a:r>
            <a:rPr lang="en-US" b="0" i="0" baseline="0" dirty="0" err="1"/>
            <a:t>Tự</a:t>
          </a:r>
          <a:r>
            <a:rPr lang="en-US" b="0" i="0" baseline="0" dirty="0"/>
            <a:t> </a:t>
          </a:r>
          <a:r>
            <a:rPr lang="en-US" b="0" i="0" baseline="0" dirty="0" err="1"/>
            <a:t>động</a:t>
          </a:r>
          <a:r>
            <a:rPr lang="en-US" b="0" i="0" baseline="0" dirty="0"/>
            <a:t> </a:t>
          </a:r>
          <a:r>
            <a:rPr lang="en-US" b="0" i="0" baseline="0" dirty="0" err="1"/>
            <a:t>hoá</a:t>
          </a:r>
          <a:r>
            <a:rPr lang="en-US" b="0" i="0" baseline="0" dirty="0"/>
            <a:t> </a:t>
          </a:r>
          <a:r>
            <a:rPr lang="en-US" b="0" i="0" baseline="0" dirty="0" err="1"/>
            <a:t>quy</a:t>
          </a:r>
          <a:r>
            <a:rPr lang="en-US" b="0" i="0" baseline="0" dirty="0"/>
            <a:t> </a:t>
          </a:r>
          <a:r>
            <a:rPr lang="en-US" b="0" i="0" baseline="0" dirty="0" err="1"/>
            <a:t>trình</a:t>
          </a:r>
          <a:r>
            <a:rPr lang="en-US" b="0" i="0" baseline="0" dirty="0"/>
            <a:t> </a:t>
          </a:r>
          <a:r>
            <a:rPr lang="en-US" b="0" i="0" baseline="0" dirty="0" err="1"/>
            <a:t>quản</a:t>
          </a:r>
          <a:r>
            <a:rPr lang="en-US" b="0" i="0" baseline="0" dirty="0"/>
            <a:t> </a:t>
          </a:r>
          <a:r>
            <a:rPr lang="en-US" b="0" i="0" baseline="0" dirty="0" err="1"/>
            <a:t>trị</a:t>
          </a:r>
          <a:r>
            <a:rPr lang="en-US" b="0" i="0" baseline="0" dirty="0"/>
            <a:t> </a:t>
          </a:r>
          <a:r>
            <a:rPr lang="en-US" b="0" i="0" baseline="0" dirty="0" err="1"/>
            <a:t>nằm</a:t>
          </a:r>
          <a:r>
            <a:rPr lang="en-US" b="0" i="0" baseline="0" dirty="0"/>
            <a:t> </a:t>
          </a:r>
          <a:r>
            <a:rPr lang="en-US" b="0" i="0" baseline="0" dirty="0" err="1"/>
            <a:t>tối</a:t>
          </a:r>
          <a:r>
            <a:rPr lang="en-US" b="0" i="0" baseline="0" dirty="0"/>
            <a:t> </a:t>
          </a:r>
          <a:r>
            <a:rPr lang="en-US" b="0" i="0" baseline="0" dirty="0" err="1"/>
            <a:t>ưu</a:t>
          </a:r>
          <a:r>
            <a:rPr lang="en-US" b="0" i="0" baseline="0" dirty="0"/>
            <a:t> </a:t>
          </a:r>
          <a:r>
            <a:rPr lang="en-US" b="0" i="0" baseline="0" dirty="0" err="1"/>
            <a:t>hoá</a:t>
          </a:r>
          <a:r>
            <a:rPr lang="en-US" b="0" i="0" baseline="0" dirty="0"/>
            <a:t> </a:t>
          </a:r>
          <a:r>
            <a:rPr lang="en-US" b="0" i="0" baseline="0" dirty="0" err="1"/>
            <a:t>hiệu</a:t>
          </a:r>
          <a:r>
            <a:rPr lang="en-US" b="0" i="0" baseline="0" dirty="0"/>
            <a:t> </a:t>
          </a:r>
          <a:r>
            <a:rPr lang="en-US" b="0" i="0" baseline="0" dirty="0" err="1"/>
            <a:t>suất</a:t>
          </a:r>
          <a:endParaRPr lang="en-US" dirty="0"/>
        </a:p>
      </dgm:t>
    </dgm:pt>
    <dgm:pt modelId="{86A72E53-FE63-4B73-BB0C-CA569C3069DD}" type="parTrans" cxnId="{3D042FA0-5D08-41D5-810B-4ACEDFD63EB7}">
      <dgm:prSet/>
      <dgm:spPr/>
      <dgm:t>
        <a:bodyPr/>
        <a:lstStyle/>
        <a:p>
          <a:endParaRPr lang="en-US"/>
        </a:p>
      </dgm:t>
    </dgm:pt>
    <dgm:pt modelId="{0DE26ACF-B8CB-4780-8387-532E9B2216E3}" type="sibTrans" cxnId="{3D042FA0-5D08-41D5-810B-4ACEDFD63EB7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29F0D10B-738F-436A-929B-8A8C7D36EA7F}">
      <dgm:prSet/>
      <dgm:spPr/>
      <dgm:t>
        <a:bodyPr/>
        <a:lstStyle/>
        <a:p>
          <a:r>
            <a:rPr lang="en-US" b="1" i="0" baseline="0" dirty="0" err="1"/>
            <a:t>Tính</a:t>
          </a:r>
          <a:r>
            <a:rPr lang="en-US" b="1" i="0" baseline="0" dirty="0"/>
            <a:t> </a:t>
          </a:r>
          <a:r>
            <a:rPr lang="en-US" b="1" i="0" baseline="0" dirty="0" err="1"/>
            <a:t>thực</a:t>
          </a:r>
          <a:r>
            <a:rPr lang="en-US" b="1" i="0" baseline="0" dirty="0"/>
            <a:t> </a:t>
          </a:r>
          <a:r>
            <a:rPr lang="en-US" b="1" i="0" baseline="0" dirty="0" err="1"/>
            <a:t>tiễn</a:t>
          </a:r>
          <a:r>
            <a:rPr lang="en-US" b="1" i="0" baseline="0" dirty="0"/>
            <a:t> </a:t>
          </a:r>
          <a:r>
            <a:rPr lang="en-US" b="1" i="0" baseline="0" dirty="0" err="1"/>
            <a:t>cho</a:t>
          </a:r>
          <a:r>
            <a:rPr lang="en-US" b="1" i="0" baseline="0" dirty="0"/>
            <a:t> SMEs: </a:t>
          </a:r>
          <a:r>
            <a:rPr lang="en-US" b="0" i="0" baseline="0" dirty="0" err="1"/>
            <a:t>cung</a:t>
          </a:r>
          <a:r>
            <a:rPr lang="en-US" b="0" i="0" baseline="0" dirty="0"/>
            <a:t> </a:t>
          </a:r>
          <a:r>
            <a:rPr lang="en-US" b="0" i="0" baseline="0" dirty="0" err="1"/>
            <a:t>cấp</a:t>
          </a:r>
          <a:r>
            <a:rPr lang="en-US" b="0" i="0" baseline="0" dirty="0"/>
            <a:t> </a:t>
          </a:r>
          <a:r>
            <a:rPr lang="en-US" b="0" i="0" baseline="0" dirty="0" err="1"/>
            <a:t>nền</a:t>
          </a:r>
          <a:r>
            <a:rPr lang="en-US" b="0" i="0" baseline="0" dirty="0"/>
            <a:t> </a:t>
          </a:r>
          <a:r>
            <a:rPr lang="en-US" b="0" i="0" baseline="0" dirty="0" err="1"/>
            <a:t>tảng</a:t>
          </a:r>
          <a:r>
            <a:rPr lang="en-US" b="0" i="0" baseline="0" dirty="0"/>
            <a:t> </a:t>
          </a:r>
          <a:r>
            <a:rPr lang="en-US" b="0" i="0" baseline="0" dirty="0" err="1"/>
            <a:t>hiện</a:t>
          </a:r>
          <a:r>
            <a:rPr lang="en-US" b="0" i="0" baseline="0" dirty="0"/>
            <a:t> </a:t>
          </a:r>
          <a:r>
            <a:rPr lang="en-US" b="0" i="0" baseline="0" dirty="0" err="1"/>
            <a:t>đại</a:t>
          </a:r>
          <a:r>
            <a:rPr lang="en-US" b="0" i="0" baseline="0" dirty="0"/>
            <a:t>, </a:t>
          </a:r>
          <a:r>
            <a:rPr lang="en-US" b="0" i="0" baseline="0" dirty="0" err="1"/>
            <a:t>phù</a:t>
          </a:r>
          <a:r>
            <a:rPr lang="en-US" b="0" i="0" baseline="0" dirty="0"/>
            <a:t> </a:t>
          </a:r>
          <a:r>
            <a:rPr lang="en-US" b="0" i="0" baseline="0" dirty="0" err="1"/>
            <a:t>hợp</a:t>
          </a:r>
          <a:r>
            <a:rPr lang="en-US" b="0" i="0" baseline="0" dirty="0"/>
            <a:t> </a:t>
          </a:r>
          <a:r>
            <a:rPr lang="en-US" b="0" i="0" baseline="0" dirty="0" err="1"/>
            <a:t>với</a:t>
          </a:r>
          <a:r>
            <a:rPr lang="en-US" b="0" i="0" baseline="0" dirty="0"/>
            <a:t> </a:t>
          </a:r>
          <a:r>
            <a:rPr lang="en-US" b="0" i="0" baseline="0" dirty="0" err="1"/>
            <a:t>quy</a:t>
          </a:r>
          <a:r>
            <a:rPr lang="en-US" b="0" i="0" baseline="0" dirty="0"/>
            <a:t> </a:t>
          </a:r>
          <a:r>
            <a:rPr lang="en-US" b="0" i="0" baseline="0" dirty="0" err="1"/>
            <a:t>mô</a:t>
          </a:r>
          <a:r>
            <a:rPr lang="en-US" b="0" i="0" baseline="0" dirty="0"/>
            <a:t> </a:t>
          </a:r>
          <a:r>
            <a:rPr lang="en-US" b="0" i="0" baseline="0" dirty="0" err="1"/>
            <a:t>và</a:t>
          </a:r>
          <a:r>
            <a:rPr lang="en-US" b="0" i="0" baseline="0" dirty="0"/>
            <a:t> </a:t>
          </a:r>
          <a:r>
            <a:rPr lang="en-US" b="0" i="0" baseline="0" dirty="0" err="1"/>
            <a:t>nguồn</a:t>
          </a:r>
          <a:r>
            <a:rPr lang="en-US" b="0" i="0" baseline="0" dirty="0"/>
            <a:t> </a:t>
          </a:r>
          <a:r>
            <a:rPr lang="en-US" b="0" i="0" baseline="0" dirty="0" err="1"/>
            <a:t>lực</a:t>
          </a:r>
          <a:r>
            <a:rPr lang="en-US" b="0" i="0" baseline="0" dirty="0"/>
            <a:t> </a:t>
          </a:r>
          <a:r>
            <a:rPr lang="en-US" b="0" i="0" baseline="0" dirty="0" err="1"/>
            <a:t>của</a:t>
          </a:r>
          <a:r>
            <a:rPr lang="en-US" b="0" i="0" baseline="0" dirty="0"/>
            <a:t> </a:t>
          </a:r>
          <a:r>
            <a:rPr lang="en-US" b="0" i="0" baseline="0" dirty="0" err="1"/>
            <a:t>các</a:t>
          </a:r>
          <a:r>
            <a:rPr lang="en-US" b="0" i="0" baseline="0" dirty="0"/>
            <a:t> </a:t>
          </a:r>
          <a:r>
            <a:rPr lang="en-US" b="0" i="0" baseline="0" dirty="0" err="1"/>
            <a:t>doanh</a:t>
          </a:r>
          <a:r>
            <a:rPr lang="en-US" b="0" i="0" baseline="0" dirty="0"/>
            <a:t> </a:t>
          </a:r>
          <a:r>
            <a:rPr lang="en-US" b="0" i="0" baseline="0" dirty="0" err="1"/>
            <a:t>nghiệp</a:t>
          </a:r>
          <a:endParaRPr lang="en-US" dirty="0"/>
        </a:p>
      </dgm:t>
    </dgm:pt>
    <dgm:pt modelId="{C3DAC54F-A4AC-4990-8637-30BF2CD0162C}" type="parTrans" cxnId="{61905434-FAD9-437C-B36D-BC244296CA5B}">
      <dgm:prSet/>
      <dgm:spPr/>
      <dgm:t>
        <a:bodyPr/>
        <a:lstStyle/>
        <a:p>
          <a:endParaRPr lang="en-US"/>
        </a:p>
      </dgm:t>
    </dgm:pt>
    <dgm:pt modelId="{2973161F-BC2C-48BE-B0E8-F142538891CF}" type="sibTrans" cxnId="{61905434-FAD9-437C-B36D-BC244296CA5B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23FF8D05-FACE-4788-B5FB-D09800A1FA18}" type="pres">
      <dgm:prSet presAssocID="{FD7282F7-2D8E-428C-B2F7-F2CF91910736}" presName="Name0" presStyleCnt="0">
        <dgm:presLayoutVars>
          <dgm:animLvl val="lvl"/>
          <dgm:resizeHandles val="exact"/>
        </dgm:presLayoutVars>
      </dgm:prSet>
      <dgm:spPr/>
    </dgm:pt>
    <dgm:pt modelId="{9057E538-A681-428F-B276-12AA1C145C30}" type="pres">
      <dgm:prSet presAssocID="{75B3B239-D642-4298-9EBF-3EB9F97D7606}" presName="compositeNode" presStyleCnt="0">
        <dgm:presLayoutVars>
          <dgm:bulletEnabled val="1"/>
        </dgm:presLayoutVars>
      </dgm:prSet>
      <dgm:spPr/>
    </dgm:pt>
    <dgm:pt modelId="{AC73C782-CE84-4FE6-B5B3-A8F0C98802F4}" type="pres">
      <dgm:prSet presAssocID="{75B3B239-D642-4298-9EBF-3EB9F97D7606}" presName="bgRect" presStyleLbl="bgAccFollowNode1" presStyleIdx="0" presStyleCnt="3"/>
      <dgm:spPr/>
    </dgm:pt>
    <dgm:pt modelId="{BFB1CD3D-32EA-4D86-9739-881D9E59C23A}" type="pres">
      <dgm:prSet presAssocID="{05773288-DD35-4D83-9720-C409FDD6A0DF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5DD03A7F-53FB-403C-A4A6-760D742B4488}" type="pres">
      <dgm:prSet presAssocID="{75B3B239-D642-4298-9EBF-3EB9F97D7606}" presName="bottomLine" presStyleLbl="alignNode1" presStyleIdx="1" presStyleCnt="6">
        <dgm:presLayoutVars/>
      </dgm:prSet>
      <dgm:spPr/>
    </dgm:pt>
    <dgm:pt modelId="{BAD13ECE-5EB8-4D70-8A24-DAF809315333}" type="pres">
      <dgm:prSet presAssocID="{75B3B239-D642-4298-9EBF-3EB9F97D7606}" presName="nodeText" presStyleLbl="bgAccFollowNode1" presStyleIdx="0" presStyleCnt="3">
        <dgm:presLayoutVars>
          <dgm:bulletEnabled val="1"/>
        </dgm:presLayoutVars>
      </dgm:prSet>
      <dgm:spPr/>
    </dgm:pt>
    <dgm:pt modelId="{E3647604-8FF7-40B0-BD7C-1175491A6389}" type="pres">
      <dgm:prSet presAssocID="{05773288-DD35-4D83-9720-C409FDD6A0DF}" presName="sibTrans" presStyleCnt="0"/>
      <dgm:spPr/>
    </dgm:pt>
    <dgm:pt modelId="{D041AC01-1077-4840-BDC3-144993CAFCA1}" type="pres">
      <dgm:prSet presAssocID="{E5FAA5C4-40D4-4736-998E-F5D7BC7A8616}" presName="compositeNode" presStyleCnt="0">
        <dgm:presLayoutVars>
          <dgm:bulletEnabled val="1"/>
        </dgm:presLayoutVars>
      </dgm:prSet>
      <dgm:spPr/>
    </dgm:pt>
    <dgm:pt modelId="{4B5B6F57-483E-48D6-8F47-840A6C14124B}" type="pres">
      <dgm:prSet presAssocID="{E5FAA5C4-40D4-4736-998E-F5D7BC7A8616}" presName="bgRect" presStyleLbl="bgAccFollowNode1" presStyleIdx="1" presStyleCnt="3"/>
      <dgm:spPr/>
    </dgm:pt>
    <dgm:pt modelId="{705E6A6C-F656-45CE-8A1B-8D180E741202}" type="pres">
      <dgm:prSet presAssocID="{0DE26ACF-B8CB-4780-8387-532E9B2216E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B89B746-4535-4FB8-AAE6-B994C5B613D8}" type="pres">
      <dgm:prSet presAssocID="{E5FAA5C4-40D4-4736-998E-F5D7BC7A8616}" presName="bottomLine" presStyleLbl="alignNode1" presStyleIdx="3" presStyleCnt="6">
        <dgm:presLayoutVars/>
      </dgm:prSet>
      <dgm:spPr/>
    </dgm:pt>
    <dgm:pt modelId="{06C26E09-23C3-423B-9BAF-CF251D691CD7}" type="pres">
      <dgm:prSet presAssocID="{E5FAA5C4-40D4-4736-998E-F5D7BC7A8616}" presName="nodeText" presStyleLbl="bgAccFollowNode1" presStyleIdx="1" presStyleCnt="3">
        <dgm:presLayoutVars>
          <dgm:bulletEnabled val="1"/>
        </dgm:presLayoutVars>
      </dgm:prSet>
      <dgm:spPr/>
    </dgm:pt>
    <dgm:pt modelId="{4785D7FC-2195-4455-812F-1906F88E0643}" type="pres">
      <dgm:prSet presAssocID="{0DE26ACF-B8CB-4780-8387-532E9B2216E3}" presName="sibTrans" presStyleCnt="0"/>
      <dgm:spPr/>
    </dgm:pt>
    <dgm:pt modelId="{16BA9AB1-B0E2-4059-85BD-65CE56D7C579}" type="pres">
      <dgm:prSet presAssocID="{29F0D10B-738F-436A-929B-8A8C7D36EA7F}" presName="compositeNode" presStyleCnt="0">
        <dgm:presLayoutVars>
          <dgm:bulletEnabled val="1"/>
        </dgm:presLayoutVars>
      </dgm:prSet>
      <dgm:spPr/>
    </dgm:pt>
    <dgm:pt modelId="{B021CA79-EB63-4C1A-91EE-F3901B386BF7}" type="pres">
      <dgm:prSet presAssocID="{29F0D10B-738F-436A-929B-8A8C7D36EA7F}" presName="bgRect" presStyleLbl="bgAccFollowNode1" presStyleIdx="2" presStyleCnt="3"/>
      <dgm:spPr/>
    </dgm:pt>
    <dgm:pt modelId="{61BFD558-C889-4395-AB91-597C58B1EFE8}" type="pres">
      <dgm:prSet presAssocID="{2973161F-BC2C-48BE-B0E8-F142538891C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20EC2F32-FAE5-40DC-ABA8-A7C63459857D}" type="pres">
      <dgm:prSet presAssocID="{29F0D10B-738F-436A-929B-8A8C7D36EA7F}" presName="bottomLine" presStyleLbl="alignNode1" presStyleIdx="5" presStyleCnt="6">
        <dgm:presLayoutVars/>
      </dgm:prSet>
      <dgm:spPr/>
    </dgm:pt>
    <dgm:pt modelId="{6D85963B-5B63-475B-852F-82347D1943FB}" type="pres">
      <dgm:prSet presAssocID="{29F0D10B-738F-436A-929B-8A8C7D36EA7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C7E0311B-6F5B-4D74-92B3-FD0CF3D17C73}" type="presOf" srcId="{E5FAA5C4-40D4-4736-998E-F5D7BC7A8616}" destId="{06C26E09-23C3-423B-9BAF-CF251D691CD7}" srcOrd="1" destOrd="0" presId="urn:microsoft.com/office/officeart/2016/7/layout/BasicLinearProcessNumbered"/>
    <dgm:cxn modelId="{D66FA12D-DC4E-41F2-BD03-C1EA7A0D747D}" type="presOf" srcId="{2973161F-BC2C-48BE-B0E8-F142538891CF}" destId="{61BFD558-C889-4395-AB91-597C58B1EFE8}" srcOrd="0" destOrd="0" presId="urn:microsoft.com/office/officeart/2016/7/layout/BasicLinearProcessNumbered"/>
    <dgm:cxn modelId="{ABA34132-135D-4236-A1D6-2B3B1C2EEDDA}" srcId="{FD7282F7-2D8E-428C-B2F7-F2CF91910736}" destId="{75B3B239-D642-4298-9EBF-3EB9F97D7606}" srcOrd="0" destOrd="0" parTransId="{D0762CD9-36E6-4D78-A9CC-B6D3CFAD4440}" sibTransId="{05773288-DD35-4D83-9720-C409FDD6A0DF}"/>
    <dgm:cxn modelId="{61905434-FAD9-437C-B36D-BC244296CA5B}" srcId="{FD7282F7-2D8E-428C-B2F7-F2CF91910736}" destId="{29F0D10B-738F-436A-929B-8A8C7D36EA7F}" srcOrd="2" destOrd="0" parTransId="{C3DAC54F-A4AC-4990-8637-30BF2CD0162C}" sibTransId="{2973161F-BC2C-48BE-B0E8-F142538891CF}"/>
    <dgm:cxn modelId="{65625548-2002-41AB-A507-83FEBB4BE268}" type="presOf" srcId="{FD7282F7-2D8E-428C-B2F7-F2CF91910736}" destId="{23FF8D05-FACE-4788-B5FB-D09800A1FA18}" srcOrd="0" destOrd="0" presId="urn:microsoft.com/office/officeart/2016/7/layout/BasicLinearProcessNumbered"/>
    <dgm:cxn modelId="{6896114A-296D-4781-A8C9-7C09631DE6ED}" type="presOf" srcId="{29F0D10B-738F-436A-929B-8A8C7D36EA7F}" destId="{B021CA79-EB63-4C1A-91EE-F3901B386BF7}" srcOrd="0" destOrd="0" presId="urn:microsoft.com/office/officeart/2016/7/layout/BasicLinearProcessNumbered"/>
    <dgm:cxn modelId="{C7E2C16B-A5A4-44C7-9A97-D7C04DFDC246}" type="presOf" srcId="{75B3B239-D642-4298-9EBF-3EB9F97D7606}" destId="{BAD13ECE-5EB8-4D70-8A24-DAF809315333}" srcOrd="1" destOrd="0" presId="urn:microsoft.com/office/officeart/2016/7/layout/BasicLinearProcessNumbered"/>
    <dgm:cxn modelId="{EFFB8F76-EA9B-44E5-95DC-325D93558684}" type="presOf" srcId="{05773288-DD35-4D83-9720-C409FDD6A0DF}" destId="{BFB1CD3D-32EA-4D86-9739-881D9E59C23A}" srcOrd="0" destOrd="0" presId="urn:microsoft.com/office/officeart/2016/7/layout/BasicLinearProcessNumbered"/>
    <dgm:cxn modelId="{4F9BB37E-E1A1-45BC-BDDD-94FBA85D7762}" type="presOf" srcId="{29F0D10B-738F-436A-929B-8A8C7D36EA7F}" destId="{6D85963B-5B63-475B-852F-82347D1943FB}" srcOrd="1" destOrd="0" presId="urn:microsoft.com/office/officeart/2016/7/layout/BasicLinearProcessNumbered"/>
    <dgm:cxn modelId="{53AC4690-2FA1-41F9-936A-AFCE688A121F}" type="presOf" srcId="{75B3B239-D642-4298-9EBF-3EB9F97D7606}" destId="{AC73C782-CE84-4FE6-B5B3-A8F0C98802F4}" srcOrd="0" destOrd="0" presId="urn:microsoft.com/office/officeart/2016/7/layout/BasicLinearProcessNumbered"/>
    <dgm:cxn modelId="{3D042FA0-5D08-41D5-810B-4ACEDFD63EB7}" srcId="{FD7282F7-2D8E-428C-B2F7-F2CF91910736}" destId="{E5FAA5C4-40D4-4736-998E-F5D7BC7A8616}" srcOrd="1" destOrd="0" parTransId="{86A72E53-FE63-4B73-BB0C-CA569C3069DD}" sibTransId="{0DE26ACF-B8CB-4780-8387-532E9B2216E3}"/>
    <dgm:cxn modelId="{76982CC1-9AA3-42EB-BFC1-CE4A4942D255}" type="presOf" srcId="{E5FAA5C4-40D4-4736-998E-F5D7BC7A8616}" destId="{4B5B6F57-483E-48D6-8F47-840A6C14124B}" srcOrd="0" destOrd="0" presId="urn:microsoft.com/office/officeart/2016/7/layout/BasicLinearProcessNumbered"/>
    <dgm:cxn modelId="{7D38ACE2-A7C2-46E2-80E7-844B1FBB0C8D}" type="presOf" srcId="{0DE26ACF-B8CB-4780-8387-532E9B2216E3}" destId="{705E6A6C-F656-45CE-8A1B-8D180E741202}" srcOrd="0" destOrd="0" presId="urn:microsoft.com/office/officeart/2016/7/layout/BasicLinearProcessNumbered"/>
    <dgm:cxn modelId="{6B81BD7E-3AF8-4046-8094-2AAB89BB2EF4}" type="presParOf" srcId="{23FF8D05-FACE-4788-B5FB-D09800A1FA18}" destId="{9057E538-A681-428F-B276-12AA1C145C30}" srcOrd="0" destOrd="0" presId="urn:microsoft.com/office/officeart/2016/7/layout/BasicLinearProcessNumbered"/>
    <dgm:cxn modelId="{5EEA9257-6490-4605-9F79-692568DFD67B}" type="presParOf" srcId="{9057E538-A681-428F-B276-12AA1C145C30}" destId="{AC73C782-CE84-4FE6-B5B3-A8F0C98802F4}" srcOrd="0" destOrd="0" presId="urn:microsoft.com/office/officeart/2016/7/layout/BasicLinearProcessNumbered"/>
    <dgm:cxn modelId="{695C7C85-F4DA-4EA3-BBA0-4B620C5A598C}" type="presParOf" srcId="{9057E538-A681-428F-B276-12AA1C145C30}" destId="{BFB1CD3D-32EA-4D86-9739-881D9E59C23A}" srcOrd="1" destOrd="0" presId="urn:microsoft.com/office/officeart/2016/7/layout/BasicLinearProcessNumbered"/>
    <dgm:cxn modelId="{B9138B6B-03C7-49DF-8A98-E5AFB6F55B25}" type="presParOf" srcId="{9057E538-A681-428F-B276-12AA1C145C30}" destId="{5DD03A7F-53FB-403C-A4A6-760D742B4488}" srcOrd="2" destOrd="0" presId="urn:microsoft.com/office/officeart/2016/7/layout/BasicLinearProcessNumbered"/>
    <dgm:cxn modelId="{B4BCC993-F42B-4620-9095-1FCC37621ABF}" type="presParOf" srcId="{9057E538-A681-428F-B276-12AA1C145C30}" destId="{BAD13ECE-5EB8-4D70-8A24-DAF809315333}" srcOrd="3" destOrd="0" presId="urn:microsoft.com/office/officeart/2016/7/layout/BasicLinearProcessNumbered"/>
    <dgm:cxn modelId="{68A75EA9-9512-4240-9CCC-CE30869C0ECA}" type="presParOf" srcId="{23FF8D05-FACE-4788-B5FB-D09800A1FA18}" destId="{E3647604-8FF7-40B0-BD7C-1175491A6389}" srcOrd="1" destOrd="0" presId="urn:microsoft.com/office/officeart/2016/7/layout/BasicLinearProcessNumbered"/>
    <dgm:cxn modelId="{42BE206E-DA68-4E23-9F93-1EFBB9E1DD80}" type="presParOf" srcId="{23FF8D05-FACE-4788-B5FB-D09800A1FA18}" destId="{D041AC01-1077-4840-BDC3-144993CAFCA1}" srcOrd="2" destOrd="0" presId="urn:microsoft.com/office/officeart/2016/7/layout/BasicLinearProcessNumbered"/>
    <dgm:cxn modelId="{4BA1732A-C27B-463E-BBD1-18562377B849}" type="presParOf" srcId="{D041AC01-1077-4840-BDC3-144993CAFCA1}" destId="{4B5B6F57-483E-48D6-8F47-840A6C14124B}" srcOrd="0" destOrd="0" presId="urn:microsoft.com/office/officeart/2016/7/layout/BasicLinearProcessNumbered"/>
    <dgm:cxn modelId="{4D248D54-A220-471E-8C02-C1B56441C5BD}" type="presParOf" srcId="{D041AC01-1077-4840-BDC3-144993CAFCA1}" destId="{705E6A6C-F656-45CE-8A1B-8D180E741202}" srcOrd="1" destOrd="0" presId="urn:microsoft.com/office/officeart/2016/7/layout/BasicLinearProcessNumbered"/>
    <dgm:cxn modelId="{81206D17-6676-46DF-BD3A-5EE7F106201C}" type="presParOf" srcId="{D041AC01-1077-4840-BDC3-144993CAFCA1}" destId="{FB89B746-4535-4FB8-AAE6-B994C5B613D8}" srcOrd="2" destOrd="0" presId="urn:microsoft.com/office/officeart/2016/7/layout/BasicLinearProcessNumbered"/>
    <dgm:cxn modelId="{9322299B-C113-4F46-9E49-A6B01C4BB6D7}" type="presParOf" srcId="{D041AC01-1077-4840-BDC3-144993CAFCA1}" destId="{06C26E09-23C3-423B-9BAF-CF251D691CD7}" srcOrd="3" destOrd="0" presId="urn:microsoft.com/office/officeart/2016/7/layout/BasicLinearProcessNumbered"/>
    <dgm:cxn modelId="{B6DE01AE-996D-4CB4-80E5-D0EDFBEA9E92}" type="presParOf" srcId="{23FF8D05-FACE-4788-B5FB-D09800A1FA18}" destId="{4785D7FC-2195-4455-812F-1906F88E0643}" srcOrd="3" destOrd="0" presId="urn:microsoft.com/office/officeart/2016/7/layout/BasicLinearProcessNumbered"/>
    <dgm:cxn modelId="{E90382C3-AB8F-4BBD-9E8F-9552260EA3F4}" type="presParOf" srcId="{23FF8D05-FACE-4788-B5FB-D09800A1FA18}" destId="{16BA9AB1-B0E2-4059-85BD-65CE56D7C579}" srcOrd="4" destOrd="0" presId="urn:microsoft.com/office/officeart/2016/7/layout/BasicLinearProcessNumbered"/>
    <dgm:cxn modelId="{8631D299-A38A-4A3C-A5F6-08C6B1C6170B}" type="presParOf" srcId="{16BA9AB1-B0E2-4059-85BD-65CE56D7C579}" destId="{B021CA79-EB63-4C1A-91EE-F3901B386BF7}" srcOrd="0" destOrd="0" presId="urn:microsoft.com/office/officeart/2016/7/layout/BasicLinearProcessNumbered"/>
    <dgm:cxn modelId="{795436E6-049E-41BD-B4EA-2F56C517728C}" type="presParOf" srcId="{16BA9AB1-B0E2-4059-85BD-65CE56D7C579}" destId="{61BFD558-C889-4395-AB91-597C58B1EFE8}" srcOrd="1" destOrd="0" presId="urn:microsoft.com/office/officeart/2016/7/layout/BasicLinearProcessNumbered"/>
    <dgm:cxn modelId="{0A2BBC9A-29D6-4F35-8B3B-EC7BAC9CB7AB}" type="presParOf" srcId="{16BA9AB1-B0E2-4059-85BD-65CE56D7C579}" destId="{20EC2F32-FAE5-40DC-ABA8-A7C63459857D}" srcOrd="2" destOrd="0" presId="urn:microsoft.com/office/officeart/2016/7/layout/BasicLinearProcessNumbered"/>
    <dgm:cxn modelId="{F6805CB6-3EDF-4B24-9138-8F3DDFBCA0FF}" type="presParOf" srcId="{16BA9AB1-B0E2-4059-85BD-65CE56D7C579}" destId="{6D85963B-5B63-475B-852F-82347D1943F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7282F7-2D8E-428C-B2F7-F2CF91910736}" type="doc">
      <dgm:prSet loTypeId="urn:microsoft.com/office/officeart/2016/7/layout/BasicLinearProcessNumbered" loCatId="process" qsTypeId="urn:microsoft.com/office/officeart/2005/8/quickstyle/simple1#14" qsCatId="simple" csTypeId="urn:microsoft.com/office/officeart/2005/8/colors/colorful1#4" csCatId="colorful" phldr="1"/>
      <dgm:spPr/>
      <dgm:t>
        <a:bodyPr/>
        <a:lstStyle/>
        <a:p>
          <a:endParaRPr lang="en-US"/>
        </a:p>
      </dgm:t>
    </dgm:pt>
    <dgm:pt modelId="{75B3B239-D642-4298-9EBF-3EB9F97D7606}">
      <dgm:prSet/>
      <dgm:spPr/>
      <dgm:t>
        <a:bodyPr/>
        <a:lstStyle/>
        <a:p>
          <a:r>
            <a:rPr lang="en-US" b="0" i="0" baseline="0" dirty="0" err="1"/>
            <a:t>Tối</a:t>
          </a:r>
          <a:r>
            <a:rPr lang="en-US" b="0" i="0" baseline="0" dirty="0"/>
            <a:t> </a:t>
          </a:r>
          <a:r>
            <a:rPr lang="en-US" b="0" i="0" baseline="0" dirty="0" err="1"/>
            <a:t>ưu</a:t>
          </a:r>
          <a:r>
            <a:rPr lang="en-US" b="0" i="0" baseline="0" dirty="0"/>
            <a:t> </a:t>
          </a:r>
          <a:r>
            <a:rPr lang="en-US" b="0" i="0" baseline="0" dirty="0" err="1"/>
            <a:t>quản</a:t>
          </a:r>
          <a:r>
            <a:rPr lang="en-US" b="0" i="0" baseline="0" dirty="0"/>
            <a:t> </a:t>
          </a:r>
          <a:r>
            <a:rPr lang="en-US" b="0" i="0" baseline="0" dirty="0" err="1"/>
            <a:t>lý</a:t>
          </a:r>
          <a:r>
            <a:rPr lang="en-US" b="0" i="0" baseline="0" dirty="0"/>
            <a:t>: </a:t>
          </a:r>
          <a:r>
            <a:rPr lang="en-US" b="1" i="0" baseline="0" dirty="0" err="1"/>
            <a:t>Tự</a:t>
          </a:r>
          <a:r>
            <a:rPr lang="en-US" b="1" i="0" baseline="0" dirty="0"/>
            <a:t> </a:t>
          </a:r>
          <a:r>
            <a:rPr lang="en-US" b="1" i="0" baseline="0" dirty="0" err="1"/>
            <a:t>động</a:t>
          </a:r>
          <a:r>
            <a:rPr lang="en-US" b="1" i="0" baseline="0" dirty="0"/>
            <a:t> </a:t>
          </a:r>
          <a:r>
            <a:rPr lang="en-US" b="1" i="0" baseline="0" dirty="0" err="1"/>
            <a:t>quá</a:t>
          </a:r>
          <a:r>
            <a:rPr lang="en-US" b="1" i="0" baseline="0" dirty="0"/>
            <a:t> </a:t>
          </a:r>
          <a:r>
            <a:rPr lang="en-US" b="1" i="0" baseline="0" dirty="0" err="1"/>
            <a:t>trình</a:t>
          </a:r>
          <a:r>
            <a:rPr lang="en-US" b="1" i="0" baseline="0" dirty="0"/>
            <a:t> </a:t>
          </a:r>
          <a:r>
            <a:rPr lang="en-US" b="1" i="0" baseline="0" dirty="0" err="1"/>
            <a:t>ghi</a:t>
          </a:r>
          <a:r>
            <a:rPr lang="en-US" b="1" i="0" baseline="0" dirty="0"/>
            <a:t> </a:t>
          </a:r>
          <a:r>
            <a:rPr lang="en-US" b="1" i="0" baseline="0" dirty="0" err="1"/>
            <a:t>nhận</a:t>
          </a:r>
          <a:r>
            <a:rPr lang="en-US" b="1" i="0" baseline="0" dirty="0"/>
            <a:t>, </a:t>
          </a:r>
          <a:r>
            <a:rPr lang="en-US" b="1" i="0" baseline="0" dirty="0" err="1"/>
            <a:t>minh</a:t>
          </a:r>
          <a:r>
            <a:rPr lang="en-US" b="1" i="0" baseline="0" dirty="0"/>
            <a:t> </a:t>
          </a:r>
          <a:r>
            <a:rPr lang="en-US" b="1" i="0" baseline="0" dirty="0" err="1"/>
            <a:t>bạch</a:t>
          </a:r>
          <a:r>
            <a:rPr lang="en-US" b="1" i="0" baseline="0" dirty="0"/>
            <a:t> </a:t>
          </a:r>
          <a:r>
            <a:rPr lang="en-US" b="1" i="0" baseline="0" dirty="0" err="1"/>
            <a:t>hoá</a:t>
          </a:r>
          <a:endParaRPr lang="en-US" dirty="0"/>
        </a:p>
      </dgm:t>
    </dgm:pt>
    <dgm:pt modelId="{D0762CD9-36E6-4D78-A9CC-B6D3CFAD4440}" type="parTrans" cxnId="{ABA34132-135D-4236-A1D6-2B3B1C2EEDDA}">
      <dgm:prSet/>
      <dgm:spPr/>
      <dgm:t>
        <a:bodyPr/>
        <a:lstStyle/>
        <a:p>
          <a:endParaRPr lang="en-US"/>
        </a:p>
      </dgm:t>
    </dgm:pt>
    <dgm:pt modelId="{05773288-DD35-4D83-9720-C409FDD6A0DF}" type="sibTrans" cxnId="{ABA34132-135D-4236-A1D6-2B3B1C2EEDD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5FAA5C4-40D4-4736-998E-F5D7BC7A8616}">
      <dgm:prSet/>
      <dgm:spPr/>
      <dgm:t>
        <a:bodyPr/>
        <a:lstStyle/>
        <a:p>
          <a:r>
            <a:rPr lang="en-US" b="0" i="0" baseline="0" dirty="0" err="1"/>
            <a:t>Mục</a:t>
          </a:r>
          <a:r>
            <a:rPr lang="en-US" b="0" i="0" baseline="0" dirty="0"/>
            <a:t> </a:t>
          </a:r>
          <a:r>
            <a:rPr lang="en-US" b="0" i="0" baseline="0" dirty="0" err="1"/>
            <a:t>tiêu</a:t>
          </a:r>
          <a:r>
            <a:rPr lang="en-US" b="0" i="0" baseline="0" dirty="0"/>
            <a:t>: </a:t>
          </a:r>
          <a:r>
            <a:rPr lang="en-US" b="1" i="0" baseline="0" dirty="0"/>
            <a:t>Phạm vi </a:t>
          </a:r>
          <a:r>
            <a:rPr lang="en-US" b="1" i="0" baseline="0" dirty="0" err="1"/>
            <a:t>công</a:t>
          </a:r>
          <a:r>
            <a:rPr lang="en-US" b="1" i="0" baseline="0" dirty="0"/>
            <a:t> ty </a:t>
          </a:r>
          <a:r>
            <a:rPr lang="en-US" b="1" i="0" baseline="0" dirty="0" err="1"/>
            <a:t>vừa</a:t>
          </a:r>
          <a:r>
            <a:rPr lang="en-US" b="1" i="0" baseline="0" dirty="0"/>
            <a:t> </a:t>
          </a:r>
          <a:r>
            <a:rPr lang="en-US" b="1" i="0" baseline="0" dirty="0" err="1"/>
            <a:t>và</a:t>
          </a:r>
          <a:r>
            <a:rPr lang="en-US" b="1" i="0" baseline="0" dirty="0"/>
            <a:t> </a:t>
          </a:r>
          <a:r>
            <a:rPr lang="en-US" b="1" i="0" baseline="0" dirty="0" err="1"/>
            <a:t>lớn</a:t>
          </a:r>
          <a:endParaRPr lang="en-US" dirty="0"/>
        </a:p>
      </dgm:t>
    </dgm:pt>
    <dgm:pt modelId="{86A72E53-FE63-4B73-BB0C-CA569C3069DD}" type="parTrans" cxnId="{3D042FA0-5D08-41D5-810B-4ACEDFD63EB7}">
      <dgm:prSet/>
      <dgm:spPr/>
      <dgm:t>
        <a:bodyPr/>
        <a:lstStyle/>
        <a:p>
          <a:endParaRPr lang="en-US"/>
        </a:p>
      </dgm:t>
    </dgm:pt>
    <dgm:pt modelId="{0DE26ACF-B8CB-4780-8387-532E9B2216E3}" type="sibTrans" cxnId="{3D042FA0-5D08-41D5-810B-4ACEDFD63EB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9F0D10B-738F-436A-929B-8A8C7D36EA7F}">
      <dgm:prSet/>
      <dgm:spPr/>
      <dgm:t>
        <a:bodyPr/>
        <a:lstStyle/>
        <a:p>
          <a:r>
            <a:rPr lang="en-US" b="0" i="0" baseline="0" dirty="0" err="1"/>
            <a:t>Hỗ</a:t>
          </a:r>
          <a:r>
            <a:rPr lang="en-US" b="0" i="0" baseline="0" dirty="0"/>
            <a:t> </a:t>
          </a:r>
          <a:r>
            <a:rPr lang="en-US" b="0" i="0" baseline="0" dirty="0" err="1"/>
            <a:t>trợ</a:t>
          </a:r>
          <a:r>
            <a:rPr lang="en-US" b="0" i="0" baseline="0" dirty="0"/>
            <a:t> </a:t>
          </a:r>
          <a:r>
            <a:rPr lang="en-US" b="0" i="0" baseline="0" dirty="0" err="1"/>
            <a:t>cho</a:t>
          </a:r>
          <a:r>
            <a:rPr lang="en-US" b="0" i="0" baseline="0" dirty="0"/>
            <a:t> </a:t>
          </a:r>
          <a:r>
            <a:rPr lang="en-US" b="0" i="0" baseline="0" dirty="0" err="1"/>
            <a:t>công</a:t>
          </a:r>
          <a:r>
            <a:rPr lang="en-US" b="0" i="0" baseline="0" dirty="0"/>
            <a:t> ty </a:t>
          </a:r>
          <a:r>
            <a:rPr lang="en-US" b="0" i="0" baseline="0" dirty="0" err="1"/>
            <a:t>khoảng</a:t>
          </a:r>
          <a:r>
            <a:rPr lang="en-US" b="0" i="0" baseline="0" dirty="0"/>
            <a:t> </a:t>
          </a:r>
          <a:r>
            <a:rPr lang="en-US" b="0" i="0" baseline="0" dirty="0" err="1"/>
            <a:t>hơn</a:t>
          </a:r>
          <a:r>
            <a:rPr lang="en-US" b="0" i="0" baseline="0" dirty="0"/>
            <a:t> 100 </a:t>
          </a:r>
          <a:r>
            <a:rPr lang="en-US" b="0" i="0" baseline="0" dirty="0" err="1"/>
            <a:t>nhân</a:t>
          </a:r>
          <a:r>
            <a:rPr lang="en-US" b="0" i="0" baseline="0" dirty="0"/>
            <a:t> </a:t>
          </a:r>
          <a:r>
            <a:rPr lang="en-US" b="0" i="0" baseline="0" dirty="0" err="1"/>
            <a:t>viên</a:t>
          </a:r>
          <a:endParaRPr lang="en-US" dirty="0"/>
        </a:p>
      </dgm:t>
    </dgm:pt>
    <dgm:pt modelId="{C3DAC54F-A4AC-4990-8637-30BF2CD0162C}" type="parTrans" cxnId="{61905434-FAD9-437C-B36D-BC244296CA5B}">
      <dgm:prSet/>
      <dgm:spPr/>
      <dgm:t>
        <a:bodyPr/>
        <a:lstStyle/>
        <a:p>
          <a:endParaRPr lang="en-US"/>
        </a:p>
      </dgm:t>
    </dgm:pt>
    <dgm:pt modelId="{2973161F-BC2C-48BE-B0E8-F142538891CF}" type="sibTrans" cxnId="{61905434-FAD9-437C-B36D-BC244296CA5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3FF8D05-FACE-4788-B5FB-D09800A1FA18}" type="pres">
      <dgm:prSet presAssocID="{FD7282F7-2D8E-428C-B2F7-F2CF91910736}" presName="Name0" presStyleCnt="0">
        <dgm:presLayoutVars>
          <dgm:animLvl val="lvl"/>
          <dgm:resizeHandles val="exact"/>
        </dgm:presLayoutVars>
      </dgm:prSet>
      <dgm:spPr/>
    </dgm:pt>
    <dgm:pt modelId="{9057E538-A681-428F-B276-12AA1C145C30}" type="pres">
      <dgm:prSet presAssocID="{75B3B239-D642-4298-9EBF-3EB9F97D7606}" presName="compositeNode" presStyleCnt="0">
        <dgm:presLayoutVars>
          <dgm:bulletEnabled val="1"/>
        </dgm:presLayoutVars>
      </dgm:prSet>
      <dgm:spPr/>
    </dgm:pt>
    <dgm:pt modelId="{AC73C782-CE84-4FE6-B5B3-A8F0C98802F4}" type="pres">
      <dgm:prSet presAssocID="{75B3B239-D642-4298-9EBF-3EB9F97D7606}" presName="bgRect" presStyleLbl="bgAccFollowNode1" presStyleIdx="0" presStyleCnt="3"/>
      <dgm:spPr/>
    </dgm:pt>
    <dgm:pt modelId="{BFB1CD3D-32EA-4D86-9739-881D9E59C23A}" type="pres">
      <dgm:prSet presAssocID="{05773288-DD35-4D83-9720-C409FDD6A0DF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5DD03A7F-53FB-403C-A4A6-760D742B4488}" type="pres">
      <dgm:prSet presAssocID="{75B3B239-D642-4298-9EBF-3EB9F97D7606}" presName="bottomLine" presStyleLbl="alignNode1" presStyleIdx="1" presStyleCnt="6">
        <dgm:presLayoutVars/>
      </dgm:prSet>
      <dgm:spPr/>
    </dgm:pt>
    <dgm:pt modelId="{BAD13ECE-5EB8-4D70-8A24-DAF809315333}" type="pres">
      <dgm:prSet presAssocID="{75B3B239-D642-4298-9EBF-3EB9F97D7606}" presName="nodeText" presStyleLbl="bgAccFollowNode1" presStyleIdx="0" presStyleCnt="3">
        <dgm:presLayoutVars>
          <dgm:bulletEnabled val="1"/>
        </dgm:presLayoutVars>
      </dgm:prSet>
      <dgm:spPr/>
    </dgm:pt>
    <dgm:pt modelId="{E3647604-8FF7-40B0-BD7C-1175491A6389}" type="pres">
      <dgm:prSet presAssocID="{05773288-DD35-4D83-9720-C409FDD6A0DF}" presName="sibTrans" presStyleCnt="0"/>
      <dgm:spPr/>
    </dgm:pt>
    <dgm:pt modelId="{D041AC01-1077-4840-BDC3-144993CAFCA1}" type="pres">
      <dgm:prSet presAssocID="{E5FAA5C4-40D4-4736-998E-F5D7BC7A8616}" presName="compositeNode" presStyleCnt="0">
        <dgm:presLayoutVars>
          <dgm:bulletEnabled val="1"/>
        </dgm:presLayoutVars>
      </dgm:prSet>
      <dgm:spPr/>
    </dgm:pt>
    <dgm:pt modelId="{4B5B6F57-483E-48D6-8F47-840A6C14124B}" type="pres">
      <dgm:prSet presAssocID="{E5FAA5C4-40D4-4736-998E-F5D7BC7A8616}" presName="bgRect" presStyleLbl="bgAccFollowNode1" presStyleIdx="1" presStyleCnt="3"/>
      <dgm:spPr/>
    </dgm:pt>
    <dgm:pt modelId="{705E6A6C-F656-45CE-8A1B-8D180E741202}" type="pres">
      <dgm:prSet presAssocID="{0DE26ACF-B8CB-4780-8387-532E9B2216E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B89B746-4535-4FB8-AAE6-B994C5B613D8}" type="pres">
      <dgm:prSet presAssocID="{E5FAA5C4-40D4-4736-998E-F5D7BC7A8616}" presName="bottomLine" presStyleLbl="alignNode1" presStyleIdx="3" presStyleCnt="6">
        <dgm:presLayoutVars/>
      </dgm:prSet>
      <dgm:spPr/>
    </dgm:pt>
    <dgm:pt modelId="{06C26E09-23C3-423B-9BAF-CF251D691CD7}" type="pres">
      <dgm:prSet presAssocID="{E5FAA5C4-40D4-4736-998E-F5D7BC7A8616}" presName="nodeText" presStyleLbl="bgAccFollowNode1" presStyleIdx="1" presStyleCnt="3">
        <dgm:presLayoutVars>
          <dgm:bulletEnabled val="1"/>
        </dgm:presLayoutVars>
      </dgm:prSet>
      <dgm:spPr/>
    </dgm:pt>
    <dgm:pt modelId="{4785D7FC-2195-4455-812F-1906F88E0643}" type="pres">
      <dgm:prSet presAssocID="{0DE26ACF-B8CB-4780-8387-532E9B2216E3}" presName="sibTrans" presStyleCnt="0"/>
      <dgm:spPr/>
    </dgm:pt>
    <dgm:pt modelId="{16BA9AB1-B0E2-4059-85BD-65CE56D7C579}" type="pres">
      <dgm:prSet presAssocID="{29F0D10B-738F-436A-929B-8A8C7D36EA7F}" presName="compositeNode" presStyleCnt="0">
        <dgm:presLayoutVars>
          <dgm:bulletEnabled val="1"/>
        </dgm:presLayoutVars>
      </dgm:prSet>
      <dgm:spPr/>
    </dgm:pt>
    <dgm:pt modelId="{B021CA79-EB63-4C1A-91EE-F3901B386BF7}" type="pres">
      <dgm:prSet presAssocID="{29F0D10B-738F-436A-929B-8A8C7D36EA7F}" presName="bgRect" presStyleLbl="bgAccFollowNode1" presStyleIdx="2" presStyleCnt="3"/>
      <dgm:spPr/>
    </dgm:pt>
    <dgm:pt modelId="{61BFD558-C889-4395-AB91-597C58B1EFE8}" type="pres">
      <dgm:prSet presAssocID="{2973161F-BC2C-48BE-B0E8-F142538891C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20EC2F32-FAE5-40DC-ABA8-A7C63459857D}" type="pres">
      <dgm:prSet presAssocID="{29F0D10B-738F-436A-929B-8A8C7D36EA7F}" presName="bottomLine" presStyleLbl="alignNode1" presStyleIdx="5" presStyleCnt="6">
        <dgm:presLayoutVars/>
      </dgm:prSet>
      <dgm:spPr/>
    </dgm:pt>
    <dgm:pt modelId="{6D85963B-5B63-475B-852F-82347D1943FB}" type="pres">
      <dgm:prSet presAssocID="{29F0D10B-738F-436A-929B-8A8C7D36EA7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C7E0311B-6F5B-4D74-92B3-FD0CF3D17C73}" type="presOf" srcId="{E5FAA5C4-40D4-4736-998E-F5D7BC7A8616}" destId="{06C26E09-23C3-423B-9BAF-CF251D691CD7}" srcOrd="1" destOrd="0" presId="urn:microsoft.com/office/officeart/2016/7/layout/BasicLinearProcessNumbered"/>
    <dgm:cxn modelId="{D66FA12D-DC4E-41F2-BD03-C1EA7A0D747D}" type="presOf" srcId="{2973161F-BC2C-48BE-B0E8-F142538891CF}" destId="{61BFD558-C889-4395-AB91-597C58B1EFE8}" srcOrd="0" destOrd="0" presId="urn:microsoft.com/office/officeart/2016/7/layout/BasicLinearProcessNumbered"/>
    <dgm:cxn modelId="{ABA34132-135D-4236-A1D6-2B3B1C2EEDDA}" srcId="{FD7282F7-2D8E-428C-B2F7-F2CF91910736}" destId="{75B3B239-D642-4298-9EBF-3EB9F97D7606}" srcOrd="0" destOrd="0" parTransId="{D0762CD9-36E6-4D78-A9CC-B6D3CFAD4440}" sibTransId="{05773288-DD35-4D83-9720-C409FDD6A0DF}"/>
    <dgm:cxn modelId="{61905434-FAD9-437C-B36D-BC244296CA5B}" srcId="{FD7282F7-2D8E-428C-B2F7-F2CF91910736}" destId="{29F0D10B-738F-436A-929B-8A8C7D36EA7F}" srcOrd="2" destOrd="0" parTransId="{C3DAC54F-A4AC-4990-8637-30BF2CD0162C}" sibTransId="{2973161F-BC2C-48BE-B0E8-F142538891CF}"/>
    <dgm:cxn modelId="{65625548-2002-41AB-A507-83FEBB4BE268}" type="presOf" srcId="{FD7282F7-2D8E-428C-B2F7-F2CF91910736}" destId="{23FF8D05-FACE-4788-B5FB-D09800A1FA18}" srcOrd="0" destOrd="0" presId="urn:microsoft.com/office/officeart/2016/7/layout/BasicLinearProcessNumbered"/>
    <dgm:cxn modelId="{6896114A-296D-4781-A8C9-7C09631DE6ED}" type="presOf" srcId="{29F0D10B-738F-436A-929B-8A8C7D36EA7F}" destId="{B021CA79-EB63-4C1A-91EE-F3901B386BF7}" srcOrd="0" destOrd="0" presId="urn:microsoft.com/office/officeart/2016/7/layout/BasicLinearProcessNumbered"/>
    <dgm:cxn modelId="{C7E2C16B-A5A4-44C7-9A97-D7C04DFDC246}" type="presOf" srcId="{75B3B239-D642-4298-9EBF-3EB9F97D7606}" destId="{BAD13ECE-5EB8-4D70-8A24-DAF809315333}" srcOrd="1" destOrd="0" presId="urn:microsoft.com/office/officeart/2016/7/layout/BasicLinearProcessNumbered"/>
    <dgm:cxn modelId="{EFFB8F76-EA9B-44E5-95DC-325D93558684}" type="presOf" srcId="{05773288-DD35-4D83-9720-C409FDD6A0DF}" destId="{BFB1CD3D-32EA-4D86-9739-881D9E59C23A}" srcOrd="0" destOrd="0" presId="urn:microsoft.com/office/officeart/2016/7/layout/BasicLinearProcessNumbered"/>
    <dgm:cxn modelId="{4F9BB37E-E1A1-45BC-BDDD-94FBA85D7762}" type="presOf" srcId="{29F0D10B-738F-436A-929B-8A8C7D36EA7F}" destId="{6D85963B-5B63-475B-852F-82347D1943FB}" srcOrd="1" destOrd="0" presId="urn:microsoft.com/office/officeart/2016/7/layout/BasicLinearProcessNumbered"/>
    <dgm:cxn modelId="{53AC4690-2FA1-41F9-936A-AFCE688A121F}" type="presOf" srcId="{75B3B239-D642-4298-9EBF-3EB9F97D7606}" destId="{AC73C782-CE84-4FE6-B5B3-A8F0C98802F4}" srcOrd="0" destOrd="0" presId="urn:microsoft.com/office/officeart/2016/7/layout/BasicLinearProcessNumbered"/>
    <dgm:cxn modelId="{3D042FA0-5D08-41D5-810B-4ACEDFD63EB7}" srcId="{FD7282F7-2D8E-428C-B2F7-F2CF91910736}" destId="{E5FAA5C4-40D4-4736-998E-F5D7BC7A8616}" srcOrd="1" destOrd="0" parTransId="{86A72E53-FE63-4B73-BB0C-CA569C3069DD}" sibTransId="{0DE26ACF-B8CB-4780-8387-532E9B2216E3}"/>
    <dgm:cxn modelId="{76982CC1-9AA3-42EB-BFC1-CE4A4942D255}" type="presOf" srcId="{E5FAA5C4-40D4-4736-998E-F5D7BC7A8616}" destId="{4B5B6F57-483E-48D6-8F47-840A6C14124B}" srcOrd="0" destOrd="0" presId="urn:microsoft.com/office/officeart/2016/7/layout/BasicLinearProcessNumbered"/>
    <dgm:cxn modelId="{7D38ACE2-A7C2-46E2-80E7-844B1FBB0C8D}" type="presOf" srcId="{0DE26ACF-B8CB-4780-8387-532E9B2216E3}" destId="{705E6A6C-F656-45CE-8A1B-8D180E741202}" srcOrd="0" destOrd="0" presId="urn:microsoft.com/office/officeart/2016/7/layout/BasicLinearProcessNumbered"/>
    <dgm:cxn modelId="{6B81BD7E-3AF8-4046-8094-2AAB89BB2EF4}" type="presParOf" srcId="{23FF8D05-FACE-4788-B5FB-D09800A1FA18}" destId="{9057E538-A681-428F-B276-12AA1C145C30}" srcOrd="0" destOrd="0" presId="urn:microsoft.com/office/officeart/2016/7/layout/BasicLinearProcessNumbered"/>
    <dgm:cxn modelId="{5EEA9257-6490-4605-9F79-692568DFD67B}" type="presParOf" srcId="{9057E538-A681-428F-B276-12AA1C145C30}" destId="{AC73C782-CE84-4FE6-B5B3-A8F0C98802F4}" srcOrd="0" destOrd="0" presId="urn:microsoft.com/office/officeart/2016/7/layout/BasicLinearProcessNumbered"/>
    <dgm:cxn modelId="{695C7C85-F4DA-4EA3-BBA0-4B620C5A598C}" type="presParOf" srcId="{9057E538-A681-428F-B276-12AA1C145C30}" destId="{BFB1CD3D-32EA-4D86-9739-881D9E59C23A}" srcOrd="1" destOrd="0" presId="urn:microsoft.com/office/officeart/2016/7/layout/BasicLinearProcessNumbered"/>
    <dgm:cxn modelId="{B9138B6B-03C7-49DF-8A98-E5AFB6F55B25}" type="presParOf" srcId="{9057E538-A681-428F-B276-12AA1C145C30}" destId="{5DD03A7F-53FB-403C-A4A6-760D742B4488}" srcOrd="2" destOrd="0" presId="urn:microsoft.com/office/officeart/2016/7/layout/BasicLinearProcessNumbered"/>
    <dgm:cxn modelId="{B4BCC993-F42B-4620-9095-1FCC37621ABF}" type="presParOf" srcId="{9057E538-A681-428F-B276-12AA1C145C30}" destId="{BAD13ECE-5EB8-4D70-8A24-DAF809315333}" srcOrd="3" destOrd="0" presId="urn:microsoft.com/office/officeart/2016/7/layout/BasicLinearProcessNumbered"/>
    <dgm:cxn modelId="{68A75EA9-9512-4240-9CCC-CE30869C0ECA}" type="presParOf" srcId="{23FF8D05-FACE-4788-B5FB-D09800A1FA18}" destId="{E3647604-8FF7-40B0-BD7C-1175491A6389}" srcOrd="1" destOrd="0" presId="urn:microsoft.com/office/officeart/2016/7/layout/BasicLinearProcessNumbered"/>
    <dgm:cxn modelId="{42BE206E-DA68-4E23-9F93-1EFBB9E1DD80}" type="presParOf" srcId="{23FF8D05-FACE-4788-B5FB-D09800A1FA18}" destId="{D041AC01-1077-4840-BDC3-144993CAFCA1}" srcOrd="2" destOrd="0" presId="urn:microsoft.com/office/officeart/2016/7/layout/BasicLinearProcessNumbered"/>
    <dgm:cxn modelId="{4BA1732A-C27B-463E-BBD1-18562377B849}" type="presParOf" srcId="{D041AC01-1077-4840-BDC3-144993CAFCA1}" destId="{4B5B6F57-483E-48D6-8F47-840A6C14124B}" srcOrd="0" destOrd="0" presId="urn:microsoft.com/office/officeart/2016/7/layout/BasicLinearProcessNumbered"/>
    <dgm:cxn modelId="{4D248D54-A220-471E-8C02-C1B56441C5BD}" type="presParOf" srcId="{D041AC01-1077-4840-BDC3-144993CAFCA1}" destId="{705E6A6C-F656-45CE-8A1B-8D180E741202}" srcOrd="1" destOrd="0" presId="urn:microsoft.com/office/officeart/2016/7/layout/BasicLinearProcessNumbered"/>
    <dgm:cxn modelId="{81206D17-6676-46DF-BD3A-5EE7F106201C}" type="presParOf" srcId="{D041AC01-1077-4840-BDC3-144993CAFCA1}" destId="{FB89B746-4535-4FB8-AAE6-B994C5B613D8}" srcOrd="2" destOrd="0" presId="urn:microsoft.com/office/officeart/2016/7/layout/BasicLinearProcessNumbered"/>
    <dgm:cxn modelId="{9322299B-C113-4F46-9E49-A6B01C4BB6D7}" type="presParOf" srcId="{D041AC01-1077-4840-BDC3-144993CAFCA1}" destId="{06C26E09-23C3-423B-9BAF-CF251D691CD7}" srcOrd="3" destOrd="0" presId="urn:microsoft.com/office/officeart/2016/7/layout/BasicLinearProcessNumbered"/>
    <dgm:cxn modelId="{B6DE01AE-996D-4CB4-80E5-D0EDFBEA9E92}" type="presParOf" srcId="{23FF8D05-FACE-4788-B5FB-D09800A1FA18}" destId="{4785D7FC-2195-4455-812F-1906F88E0643}" srcOrd="3" destOrd="0" presId="urn:microsoft.com/office/officeart/2016/7/layout/BasicLinearProcessNumbered"/>
    <dgm:cxn modelId="{E90382C3-AB8F-4BBD-9E8F-9552260EA3F4}" type="presParOf" srcId="{23FF8D05-FACE-4788-B5FB-D09800A1FA18}" destId="{16BA9AB1-B0E2-4059-85BD-65CE56D7C579}" srcOrd="4" destOrd="0" presId="urn:microsoft.com/office/officeart/2016/7/layout/BasicLinearProcessNumbered"/>
    <dgm:cxn modelId="{8631D299-A38A-4A3C-A5F6-08C6B1C6170B}" type="presParOf" srcId="{16BA9AB1-B0E2-4059-85BD-65CE56D7C579}" destId="{B021CA79-EB63-4C1A-91EE-F3901B386BF7}" srcOrd="0" destOrd="0" presId="urn:microsoft.com/office/officeart/2016/7/layout/BasicLinearProcessNumbered"/>
    <dgm:cxn modelId="{795436E6-049E-41BD-B4EA-2F56C517728C}" type="presParOf" srcId="{16BA9AB1-B0E2-4059-85BD-65CE56D7C579}" destId="{61BFD558-C889-4395-AB91-597C58B1EFE8}" srcOrd="1" destOrd="0" presId="urn:microsoft.com/office/officeart/2016/7/layout/BasicLinearProcessNumbered"/>
    <dgm:cxn modelId="{0A2BBC9A-29D6-4F35-8B3B-EC7BAC9CB7AB}" type="presParOf" srcId="{16BA9AB1-B0E2-4059-85BD-65CE56D7C579}" destId="{20EC2F32-FAE5-40DC-ABA8-A7C63459857D}" srcOrd="2" destOrd="0" presId="urn:microsoft.com/office/officeart/2016/7/layout/BasicLinearProcessNumbered"/>
    <dgm:cxn modelId="{F6805CB6-3EDF-4B24-9138-8F3DDFBCA0FF}" type="presParOf" srcId="{16BA9AB1-B0E2-4059-85BD-65CE56D7C579}" destId="{6D85963B-5B63-475B-852F-82347D1943F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5519F5-6FC5-45AC-ACDF-103F53A9A2F6}" type="doc">
      <dgm:prSet loTypeId="urn:microsoft.com/office/officeart/2018/5/layout/IconCircleLabelList" loCatId="icon" qsTypeId="urn:microsoft.com/office/officeart/2005/8/quickstyle/simple1#15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1B24DB3-2CA2-4E9C-A47B-5F822F2953E3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cs typeface="Calibri" panose="020F0502020204030204" pitchFamily="34" charset="0"/>
            </a:rPr>
            <a:t>PHP</a:t>
          </a:r>
        </a:p>
      </dgm:t>
    </dgm:pt>
    <dgm:pt modelId="{305F7269-97EC-4162-A537-778D271370B9}" type="parTrans" cxnId="{08AB6064-D761-4ED9-88AF-F68BF2B16755}">
      <dgm:prSet/>
      <dgm:spPr/>
      <dgm:t>
        <a:bodyPr/>
        <a:lstStyle/>
        <a:p>
          <a:endParaRPr lang="en-US"/>
        </a:p>
      </dgm:t>
    </dgm:pt>
    <dgm:pt modelId="{E4755A0A-007D-4D29-906F-42423D95C146}" type="sibTrans" cxnId="{08AB6064-D761-4ED9-88AF-F68BF2B16755}">
      <dgm:prSet/>
      <dgm:spPr/>
      <dgm:t>
        <a:bodyPr/>
        <a:lstStyle/>
        <a:p>
          <a:endParaRPr lang="en-US"/>
        </a:p>
      </dgm:t>
    </dgm:pt>
    <dgm:pt modelId="{C280F3D7-B041-4CD9-9689-BDBCFBDB067F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cs typeface="Calibri" panose="020F0502020204030204" pitchFamily="34" charset="0"/>
            </a:rPr>
            <a:t>MICROSOFT SQL SERVER</a:t>
          </a:r>
        </a:p>
      </dgm:t>
    </dgm:pt>
    <dgm:pt modelId="{18AA249F-0054-4058-BE82-B2513349FEE4}" type="parTrans" cxnId="{01330077-0C64-4A4D-B98B-F9896CB1D486}">
      <dgm:prSet/>
      <dgm:spPr/>
      <dgm:t>
        <a:bodyPr/>
        <a:lstStyle/>
        <a:p>
          <a:endParaRPr lang="en-US"/>
        </a:p>
      </dgm:t>
    </dgm:pt>
    <dgm:pt modelId="{CC317CE8-E39D-4620-A45D-F0A9F33DDCC0}" type="sibTrans" cxnId="{01330077-0C64-4A4D-B98B-F9896CB1D486}">
      <dgm:prSet/>
      <dgm:spPr/>
      <dgm:t>
        <a:bodyPr/>
        <a:lstStyle/>
        <a:p>
          <a:endParaRPr lang="en-US"/>
        </a:p>
      </dgm:t>
    </dgm:pt>
    <dgm:pt modelId="{3B55B747-05FB-40E6-8A47-098511F8694F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cs typeface="Calibri" panose="020F0502020204030204" pitchFamily="34" charset="0"/>
            </a:rPr>
            <a:t>RESTful API</a:t>
          </a:r>
        </a:p>
      </dgm:t>
    </dgm:pt>
    <dgm:pt modelId="{CDB86C8A-A658-4E48-B1DE-4940D5AFDCDF}" type="parTrans" cxnId="{2744E083-EB43-474C-B8AD-FF7B5943A3C2}">
      <dgm:prSet/>
      <dgm:spPr/>
      <dgm:t>
        <a:bodyPr/>
        <a:lstStyle/>
        <a:p>
          <a:endParaRPr lang="en-US"/>
        </a:p>
      </dgm:t>
    </dgm:pt>
    <dgm:pt modelId="{290EB241-7C27-417A-9031-39612D967394}" type="sibTrans" cxnId="{2744E083-EB43-474C-B8AD-FF7B5943A3C2}">
      <dgm:prSet/>
      <dgm:spPr/>
      <dgm:t>
        <a:bodyPr/>
        <a:lstStyle/>
        <a:p>
          <a:endParaRPr lang="en-US"/>
        </a:p>
      </dgm:t>
    </dgm:pt>
    <dgm:pt modelId="{2549D97E-EC37-4501-BCA2-BD4911CA17C6}">
      <dgm:prSet custT="1"/>
      <dgm:spPr/>
      <dgm:t>
        <a:bodyPr/>
        <a:lstStyle/>
        <a:p>
          <a:r>
            <a:rPr lang="en-US" sz="2400" b="0" i="0" baseline="0" dirty="0">
              <a:latin typeface="Calibri" panose="020F0502020204030204" pitchFamily="34" charset="0"/>
              <a:cs typeface="Calibri" panose="020F0502020204030204" pitchFamily="34" charset="0"/>
            </a:rPr>
            <a:t>Flutter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1997121-6135-482C-BC1D-E961126DFA6F}" type="parTrans" cxnId="{CC309712-5209-4986-8E2E-CEC1FF38C327}">
      <dgm:prSet/>
      <dgm:spPr/>
      <dgm:t>
        <a:bodyPr/>
        <a:lstStyle/>
        <a:p>
          <a:endParaRPr lang="en-US"/>
        </a:p>
      </dgm:t>
    </dgm:pt>
    <dgm:pt modelId="{005D5C81-6242-4936-A709-1B1E25CBFE82}" type="sibTrans" cxnId="{CC309712-5209-4986-8E2E-CEC1FF38C327}">
      <dgm:prSet/>
      <dgm:spPr/>
      <dgm:t>
        <a:bodyPr/>
        <a:lstStyle/>
        <a:p>
          <a:endParaRPr lang="en-US"/>
        </a:p>
      </dgm:t>
    </dgm:pt>
    <dgm:pt modelId="{36BDCEED-88ED-4486-9DA4-FA982434B851}" type="pres">
      <dgm:prSet presAssocID="{C65519F5-6FC5-45AC-ACDF-103F53A9A2F6}" presName="root" presStyleCnt="0">
        <dgm:presLayoutVars>
          <dgm:dir/>
          <dgm:resizeHandles val="exact"/>
        </dgm:presLayoutVars>
      </dgm:prSet>
      <dgm:spPr/>
    </dgm:pt>
    <dgm:pt modelId="{EBD07850-EEF2-4059-B96D-D6CEDE2AFB5C}" type="pres">
      <dgm:prSet presAssocID="{B1B24DB3-2CA2-4E9C-A47B-5F822F2953E3}" presName="compNode" presStyleCnt="0"/>
      <dgm:spPr/>
    </dgm:pt>
    <dgm:pt modelId="{09516921-075C-43CA-93EA-4340CFEB89A3}" type="pres">
      <dgm:prSet presAssocID="{B1B24DB3-2CA2-4E9C-A47B-5F822F2953E3}" presName="iconBgRect" presStyleLbl="bgShp" presStyleIdx="0" presStyleCnt="4"/>
      <dgm:spPr/>
    </dgm:pt>
    <dgm:pt modelId="{3845EAF5-88AA-4FAA-A426-EDE2CB4584CE}" type="pres">
      <dgm:prSet presAssocID="{B1B24DB3-2CA2-4E9C-A47B-5F822F2953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FFF6442-90E8-4DB0-9823-70069796C6F0}" type="pres">
      <dgm:prSet presAssocID="{B1B24DB3-2CA2-4E9C-A47B-5F822F2953E3}" presName="spaceRect" presStyleCnt="0"/>
      <dgm:spPr/>
    </dgm:pt>
    <dgm:pt modelId="{4BB003F8-4137-404C-93D0-B6C93BC3010B}" type="pres">
      <dgm:prSet presAssocID="{B1B24DB3-2CA2-4E9C-A47B-5F822F2953E3}" presName="textRect" presStyleLbl="revTx" presStyleIdx="0" presStyleCnt="4">
        <dgm:presLayoutVars>
          <dgm:chMax val="1"/>
          <dgm:chPref val="1"/>
        </dgm:presLayoutVars>
      </dgm:prSet>
      <dgm:spPr/>
    </dgm:pt>
    <dgm:pt modelId="{0CCF6DAD-94D1-4EAF-A1B2-56290BE471A5}" type="pres">
      <dgm:prSet presAssocID="{E4755A0A-007D-4D29-906F-42423D95C146}" presName="sibTrans" presStyleCnt="0"/>
      <dgm:spPr/>
    </dgm:pt>
    <dgm:pt modelId="{A915017F-4769-415F-83BE-AE07D2E5A995}" type="pres">
      <dgm:prSet presAssocID="{C280F3D7-B041-4CD9-9689-BDBCFBDB067F}" presName="compNode" presStyleCnt="0"/>
      <dgm:spPr/>
    </dgm:pt>
    <dgm:pt modelId="{D782B892-53C0-4365-B20E-76A79D906EA0}" type="pres">
      <dgm:prSet presAssocID="{C280F3D7-B041-4CD9-9689-BDBCFBDB067F}" presName="iconBgRect" presStyleLbl="bgShp" presStyleIdx="1" presStyleCnt="4"/>
      <dgm:spPr/>
    </dgm:pt>
    <dgm:pt modelId="{673D1DAB-4C60-4352-BD5D-6FECA3DDEAF6}" type="pres">
      <dgm:prSet presAssocID="{C280F3D7-B041-4CD9-9689-BDBCFBDB067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2F980A3E-99DD-4548-8EA7-1C9A2C406B8A}" type="pres">
      <dgm:prSet presAssocID="{C280F3D7-B041-4CD9-9689-BDBCFBDB067F}" presName="spaceRect" presStyleCnt="0"/>
      <dgm:spPr/>
    </dgm:pt>
    <dgm:pt modelId="{619832C3-0F26-401E-AE18-104FB7FFDFD2}" type="pres">
      <dgm:prSet presAssocID="{C280F3D7-B041-4CD9-9689-BDBCFBDB067F}" presName="textRect" presStyleLbl="revTx" presStyleIdx="1" presStyleCnt="4">
        <dgm:presLayoutVars>
          <dgm:chMax val="1"/>
          <dgm:chPref val="1"/>
        </dgm:presLayoutVars>
      </dgm:prSet>
      <dgm:spPr/>
    </dgm:pt>
    <dgm:pt modelId="{FDF125BA-6AC8-4982-A8E8-0EE3C74215BA}" type="pres">
      <dgm:prSet presAssocID="{CC317CE8-E39D-4620-A45D-F0A9F33DDCC0}" presName="sibTrans" presStyleCnt="0"/>
      <dgm:spPr/>
    </dgm:pt>
    <dgm:pt modelId="{BFFF965F-5551-4CE5-9660-1EEDE779233F}" type="pres">
      <dgm:prSet presAssocID="{3B55B747-05FB-40E6-8A47-098511F8694F}" presName="compNode" presStyleCnt="0"/>
      <dgm:spPr/>
    </dgm:pt>
    <dgm:pt modelId="{E252F4B3-2244-4A7F-817E-13FCC61BAE83}" type="pres">
      <dgm:prSet presAssocID="{3B55B747-05FB-40E6-8A47-098511F8694F}" presName="iconBgRect" presStyleLbl="bgShp" presStyleIdx="2" presStyleCnt="4"/>
      <dgm:spPr/>
    </dgm:pt>
    <dgm:pt modelId="{63085F7A-C6C4-4309-961C-8E3B7C3EBBAA}" type="pres">
      <dgm:prSet presAssocID="{3B55B747-05FB-40E6-8A47-098511F869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0FC5FC30-FBCB-4FCC-ADED-8AF21668F2AE}" type="pres">
      <dgm:prSet presAssocID="{3B55B747-05FB-40E6-8A47-098511F8694F}" presName="spaceRect" presStyleCnt="0"/>
      <dgm:spPr/>
    </dgm:pt>
    <dgm:pt modelId="{14123F7B-B339-45CE-97B5-5E05C34700DF}" type="pres">
      <dgm:prSet presAssocID="{3B55B747-05FB-40E6-8A47-098511F8694F}" presName="textRect" presStyleLbl="revTx" presStyleIdx="2" presStyleCnt="4">
        <dgm:presLayoutVars>
          <dgm:chMax val="1"/>
          <dgm:chPref val="1"/>
        </dgm:presLayoutVars>
      </dgm:prSet>
      <dgm:spPr/>
    </dgm:pt>
    <dgm:pt modelId="{4E5F97AD-37AD-4817-AA9C-2874660EEC24}" type="pres">
      <dgm:prSet presAssocID="{290EB241-7C27-417A-9031-39612D967394}" presName="sibTrans" presStyleCnt="0"/>
      <dgm:spPr/>
    </dgm:pt>
    <dgm:pt modelId="{4D220FEA-2172-4FCF-80B2-CFDB371B1CF7}" type="pres">
      <dgm:prSet presAssocID="{2549D97E-EC37-4501-BCA2-BD4911CA17C6}" presName="compNode" presStyleCnt="0"/>
      <dgm:spPr/>
    </dgm:pt>
    <dgm:pt modelId="{4DF3E1DD-DE00-4FC9-B525-2CA8E1221E5F}" type="pres">
      <dgm:prSet presAssocID="{2549D97E-EC37-4501-BCA2-BD4911CA17C6}" presName="iconBgRect" presStyleLbl="bgShp" presStyleIdx="3" presStyleCnt="4"/>
      <dgm:spPr/>
    </dgm:pt>
    <dgm:pt modelId="{E63B93A6-AE49-47A0-8B7F-EFC9EAB1A963}" type="pres">
      <dgm:prSet presAssocID="{2549D97E-EC37-4501-BCA2-BD4911CA17C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114C41EC-219D-434E-802D-62158639674D}" type="pres">
      <dgm:prSet presAssocID="{2549D97E-EC37-4501-BCA2-BD4911CA17C6}" presName="spaceRect" presStyleCnt="0"/>
      <dgm:spPr/>
    </dgm:pt>
    <dgm:pt modelId="{AC57A974-C61C-4081-B0A4-BACA709F3C83}" type="pres">
      <dgm:prSet presAssocID="{2549D97E-EC37-4501-BCA2-BD4911CA17C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C309712-5209-4986-8E2E-CEC1FF38C327}" srcId="{C65519F5-6FC5-45AC-ACDF-103F53A9A2F6}" destId="{2549D97E-EC37-4501-BCA2-BD4911CA17C6}" srcOrd="3" destOrd="0" parTransId="{A1997121-6135-482C-BC1D-E961126DFA6F}" sibTransId="{005D5C81-6242-4936-A709-1B1E25CBFE82}"/>
    <dgm:cxn modelId="{E9D84242-1DC4-44C6-9CB9-EA9EC1F09EEF}" type="presOf" srcId="{C65519F5-6FC5-45AC-ACDF-103F53A9A2F6}" destId="{36BDCEED-88ED-4486-9DA4-FA982434B851}" srcOrd="0" destOrd="0" presId="urn:microsoft.com/office/officeart/2018/5/layout/IconCircleLabelList"/>
    <dgm:cxn modelId="{FB4A3C44-2E05-4245-9D04-28DD73447851}" type="presOf" srcId="{3B55B747-05FB-40E6-8A47-098511F8694F}" destId="{14123F7B-B339-45CE-97B5-5E05C34700DF}" srcOrd="0" destOrd="0" presId="urn:microsoft.com/office/officeart/2018/5/layout/IconCircleLabelList"/>
    <dgm:cxn modelId="{08AB6064-D761-4ED9-88AF-F68BF2B16755}" srcId="{C65519F5-6FC5-45AC-ACDF-103F53A9A2F6}" destId="{B1B24DB3-2CA2-4E9C-A47B-5F822F2953E3}" srcOrd="0" destOrd="0" parTransId="{305F7269-97EC-4162-A537-778D271370B9}" sibTransId="{E4755A0A-007D-4D29-906F-42423D95C146}"/>
    <dgm:cxn modelId="{990F5C4F-7FA2-4310-A7A8-30C9FFBE0749}" type="presOf" srcId="{C280F3D7-B041-4CD9-9689-BDBCFBDB067F}" destId="{619832C3-0F26-401E-AE18-104FB7FFDFD2}" srcOrd="0" destOrd="0" presId="urn:microsoft.com/office/officeart/2018/5/layout/IconCircleLabelList"/>
    <dgm:cxn modelId="{B0118755-C249-4E03-BA8D-DBAC7BE53CB6}" type="presOf" srcId="{B1B24DB3-2CA2-4E9C-A47B-5F822F2953E3}" destId="{4BB003F8-4137-404C-93D0-B6C93BC3010B}" srcOrd="0" destOrd="0" presId="urn:microsoft.com/office/officeart/2018/5/layout/IconCircleLabelList"/>
    <dgm:cxn modelId="{01330077-0C64-4A4D-B98B-F9896CB1D486}" srcId="{C65519F5-6FC5-45AC-ACDF-103F53A9A2F6}" destId="{C280F3D7-B041-4CD9-9689-BDBCFBDB067F}" srcOrd="1" destOrd="0" parTransId="{18AA249F-0054-4058-BE82-B2513349FEE4}" sibTransId="{CC317CE8-E39D-4620-A45D-F0A9F33DDCC0}"/>
    <dgm:cxn modelId="{2744E083-EB43-474C-B8AD-FF7B5943A3C2}" srcId="{C65519F5-6FC5-45AC-ACDF-103F53A9A2F6}" destId="{3B55B747-05FB-40E6-8A47-098511F8694F}" srcOrd="2" destOrd="0" parTransId="{CDB86C8A-A658-4E48-B1DE-4940D5AFDCDF}" sibTransId="{290EB241-7C27-417A-9031-39612D967394}"/>
    <dgm:cxn modelId="{863945D4-1669-4690-9202-AFB1E2AFF28B}" type="presOf" srcId="{2549D97E-EC37-4501-BCA2-BD4911CA17C6}" destId="{AC57A974-C61C-4081-B0A4-BACA709F3C83}" srcOrd="0" destOrd="0" presId="urn:microsoft.com/office/officeart/2018/5/layout/IconCircleLabelList"/>
    <dgm:cxn modelId="{69BF9ED6-BC4F-4C82-8E95-97452A0C0288}" type="presParOf" srcId="{36BDCEED-88ED-4486-9DA4-FA982434B851}" destId="{EBD07850-EEF2-4059-B96D-D6CEDE2AFB5C}" srcOrd="0" destOrd="0" presId="urn:microsoft.com/office/officeart/2018/5/layout/IconCircleLabelList"/>
    <dgm:cxn modelId="{0C26CC9A-B14F-462E-A059-0228D11D807B}" type="presParOf" srcId="{EBD07850-EEF2-4059-B96D-D6CEDE2AFB5C}" destId="{09516921-075C-43CA-93EA-4340CFEB89A3}" srcOrd="0" destOrd="0" presId="urn:microsoft.com/office/officeart/2018/5/layout/IconCircleLabelList"/>
    <dgm:cxn modelId="{E5556939-50A2-45EA-AE4E-BDBB2BC404C9}" type="presParOf" srcId="{EBD07850-EEF2-4059-B96D-D6CEDE2AFB5C}" destId="{3845EAF5-88AA-4FAA-A426-EDE2CB4584CE}" srcOrd="1" destOrd="0" presId="urn:microsoft.com/office/officeart/2018/5/layout/IconCircleLabelList"/>
    <dgm:cxn modelId="{6A9EA0B7-CA6A-4A4F-8F2E-A7198BE0F7DC}" type="presParOf" srcId="{EBD07850-EEF2-4059-B96D-D6CEDE2AFB5C}" destId="{6FFF6442-90E8-4DB0-9823-70069796C6F0}" srcOrd="2" destOrd="0" presId="urn:microsoft.com/office/officeart/2018/5/layout/IconCircleLabelList"/>
    <dgm:cxn modelId="{85E5F795-776D-4845-BF9F-D9DB0296131B}" type="presParOf" srcId="{EBD07850-EEF2-4059-B96D-D6CEDE2AFB5C}" destId="{4BB003F8-4137-404C-93D0-B6C93BC3010B}" srcOrd="3" destOrd="0" presId="urn:microsoft.com/office/officeart/2018/5/layout/IconCircleLabelList"/>
    <dgm:cxn modelId="{98C343E3-A7C4-47E3-BF17-50EC492A30EB}" type="presParOf" srcId="{36BDCEED-88ED-4486-9DA4-FA982434B851}" destId="{0CCF6DAD-94D1-4EAF-A1B2-56290BE471A5}" srcOrd="1" destOrd="0" presId="urn:microsoft.com/office/officeart/2018/5/layout/IconCircleLabelList"/>
    <dgm:cxn modelId="{8A600DBB-32E6-4289-A336-0D5F05CA75D3}" type="presParOf" srcId="{36BDCEED-88ED-4486-9DA4-FA982434B851}" destId="{A915017F-4769-415F-83BE-AE07D2E5A995}" srcOrd="2" destOrd="0" presId="urn:microsoft.com/office/officeart/2018/5/layout/IconCircleLabelList"/>
    <dgm:cxn modelId="{7B069BBF-A432-44C7-A2BD-0196E0A08B96}" type="presParOf" srcId="{A915017F-4769-415F-83BE-AE07D2E5A995}" destId="{D782B892-53C0-4365-B20E-76A79D906EA0}" srcOrd="0" destOrd="0" presId="urn:microsoft.com/office/officeart/2018/5/layout/IconCircleLabelList"/>
    <dgm:cxn modelId="{F3F8FC7C-1D70-4F0F-8FF8-9F981F6373A6}" type="presParOf" srcId="{A915017F-4769-415F-83BE-AE07D2E5A995}" destId="{673D1DAB-4C60-4352-BD5D-6FECA3DDEAF6}" srcOrd="1" destOrd="0" presId="urn:microsoft.com/office/officeart/2018/5/layout/IconCircleLabelList"/>
    <dgm:cxn modelId="{3BB2DEDF-1AAD-4417-8CCE-8745E9BFD0DA}" type="presParOf" srcId="{A915017F-4769-415F-83BE-AE07D2E5A995}" destId="{2F980A3E-99DD-4548-8EA7-1C9A2C406B8A}" srcOrd="2" destOrd="0" presId="urn:microsoft.com/office/officeart/2018/5/layout/IconCircleLabelList"/>
    <dgm:cxn modelId="{BACD7089-247F-4E5E-840E-9FF9F9BAE597}" type="presParOf" srcId="{A915017F-4769-415F-83BE-AE07D2E5A995}" destId="{619832C3-0F26-401E-AE18-104FB7FFDFD2}" srcOrd="3" destOrd="0" presId="urn:microsoft.com/office/officeart/2018/5/layout/IconCircleLabelList"/>
    <dgm:cxn modelId="{612BB905-3C10-4318-B88E-9E1C7CDFEFC1}" type="presParOf" srcId="{36BDCEED-88ED-4486-9DA4-FA982434B851}" destId="{FDF125BA-6AC8-4982-A8E8-0EE3C74215BA}" srcOrd="3" destOrd="0" presId="urn:microsoft.com/office/officeart/2018/5/layout/IconCircleLabelList"/>
    <dgm:cxn modelId="{066A6124-1859-4CFC-9CF1-8DC0DB49F3A7}" type="presParOf" srcId="{36BDCEED-88ED-4486-9DA4-FA982434B851}" destId="{BFFF965F-5551-4CE5-9660-1EEDE779233F}" srcOrd="4" destOrd="0" presId="urn:microsoft.com/office/officeart/2018/5/layout/IconCircleLabelList"/>
    <dgm:cxn modelId="{B35D321F-64E2-4E77-850E-3C3B834C1D88}" type="presParOf" srcId="{BFFF965F-5551-4CE5-9660-1EEDE779233F}" destId="{E252F4B3-2244-4A7F-817E-13FCC61BAE83}" srcOrd="0" destOrd="0" presId="urn:microsoft.com/office/officeart/2018/5/layout/IconCircleLabelList"/>
    <dgm:cxn modelId="{378B6465-8D73-4050-9C49-E6B9B8452359}" type="presParOf" srcId="{BFFF965F-5551-4CE5-9660-1EEDE779233F}" destId="{63085F7A-C6C4-4309-961C-8E3B7C3EBBAA}" srcOrd="1" destOrd="0" presId="urn:microsoft.com/office/officeart/2018/5/layout/IconCircleLabelList"/>
    <dgm:cxn modelId="{E331B8FD-4D07-4EC8-B716-00C4ECFA2646}" type="presParOf" srcId="{BFFF965F-5551-4CE5-9660-1EEDE779233F}" destId="{0FC5FC30-FBCB-4FCC-ADED-8AF21668F2AE}" srcOrd="2" destOrd="0" presId="urn:microsoft.com/office/officeart/2018/5/layout/IconCircleLabelList"/>
    <dgm:cxn modelId="{CF26E444-CCBC-4773-AB4A-A0DB96DC3B55}" type="presParOf" srcId="{BFFF965F-5551-4CE5-9660-1EEDE779233F}" destId="{14123F7B-B339-45CE-97B5-5E05C34700DF}" srcOrd="3" destOrd="0" presId="urn:microsoft.com/office/officeart/2018/5/layout/IconCircleLabelList"/>
    <dgm:cxn modelId="{78EE6542-E866-4552-AF2C-5ED1F72D159D}" type="presParOf" srcId="{36BDCEED-88ED-4486-9DA4-FA982434B851}" destId="{4E5F97AD-37AD-4817-AA9C-2874660EEC24}" srcOrd="5" destOrd="0" presId="urn:microsoft.com/office/officeart/2018/5/layout/IconCircleLabelList"/>
    <dgm:cxn modelId="{A6625EB5-AC3D-446E-917C-C39EADA1B4E5}" type="presParOf" srcId="{36BDCEED-88ED-4486-9DA4-FA982434B851}" destId="{4D220FEA-2172-4FCF-80B2-CFDB371B1CF7}" srcOrd="6" destOrd="0" presId="urn:microsoft.com/office/officeart/2018/5/layout/IconCircleLabelList"/>
    <dgm:cxn modelId="{3D515729-CBFE-4B4B-8BB8-20EB2C372621}" type="presParOf" srcId="{4D220FEA-2172-4FCF-80B2-CFDB371B1CF7}" destId="{4DF3E1DD-DE00-4FC9-B525-2CA8E1221E5F}" srcOrd="0" destOrd="0" presId="urn:microsoft.com/office/officeart/2018/5/layout/IconCircleLabelList"/>
    <dgm:cxn modelId="{1F49B38C-4252-46B6-8006-44FA7154A9B8}" type="presParOf" srcId="{4D220FEA-2172-4FCF-80B2-CFDB371B1CF7}" destId="{E63B93A6-AE49-47A0-8B7F-EFC9EAB1A963}" srcOrd="1" destOrd="0" presId="urn:microsoft.com/office/officeart/2018/5/layout/IconCircleLabelList"/>
    <dgm:cxn modelId="{55DE5052-4400-491D-9C12-F1ED879BA8A7}" type="presParOf" srcId="{4D220FEA-2172-4FCF-80B2-CFDB371B1CF7}" destId="{114C41EC-219D-434E-802D-62158639674D}" srcOrd="2" destOrd="0" presId="urn:microsoft.com/office/officeart/2018/5/layout/IconCircleLabelList"/>
    <dgm:cxn modelId="{F31CBDA4-820A-4236-AF34-ECB813C100DB}" type="presParOf" srcId="{4D220FEA-2172-4FCF-80B2-CFDB371B1CF7}" destId="{AC57A974-C61C-4081-B0A4-BACA709F3C8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A948BB-A2FC-4F2E-8D44-7D2D2E9DEBA9}" type="doc">
      <dgm:prSet loTypeId="urn:microsoft.com/office/officeart/2005/8/layout/list1#2" loCatId="list" qsTypeId="urn:microsoft.com/office/officeart/2005/8/quickstyle/simple1#16" qsCatId="simple" csTypeId="urn:microsoft.com/office/officeart/2005/8/colors/accent1_1#10" csCatId="accent1" phldr="1"/>
      <dgm:spPr/>
      <dgm:t>
        <a:bodyPr/>
        <a:lstStyle/>
        <a:p>
          <a:endParaRPr lang="en-US"/>
        </a:p>
      </dgm:t>
    </dgm:pt>
    <dgm:pt modelId="{AE377C7D-F6B5-485B-A6F0-83C4F23DDE69}">
      <dgm:prSet/>
      <dgm:spPr/>
      <dgm:t>
        <a:bodyPr/>
        <a:lstStyle/>
        <a:p>
          <a:r>
            <a:rPr lang="en-US" dirty="0" err="1"/>
            <a:t>Nhân</a:t>
          </a:r>
          <a:r>
            <a:rPr lang="en-US" dirty="0"/>
            <a:t> </a:t>
          </a:r>
          <a:r>
            <a:rPr lang="en-US" dirty="0" err="1"/>
            <a:t>viên</a:t>
          </a:r>
          <a:r>
            <a:rPr lang="en-US" dirty="0"/>
            <a:t>	</a:t>
          </a:r>
        </a:p>
      </dgm:t>
    </dgm:pt>
    <dgm:pt modelId="{0762C100-03E3-4D5B-996C-5436E0489204}" type="parTrans" cxnId="{00FF2B80-3EB1-4B77-9C70-AA88FEE72805}">
      <dgm:prSet/>
      <dgm:spPr/>
      <dgm:t>
        <a:bodyPr/>
        <a:lstStyle/>
        <a:p>
          <a:endParaRPr lang="en-US"/>
        </a:p>
      </dgm:t>
    </dgm:pt>
    <dgm:pt modelId="{E5835A77-55DD-4579-BD1A-60782EA17B07}" type="sibTrans" cxnId="{00FF2B80-3EB1-4B77-9C70-AA88FEE72805}">
      <dgm:prSet/>
      <dgm:spPr/>
      <dgm:t>
        <a:bodyPr/>
        <a:lstStyle/>
        <a:p>
          <a:endParaRPr lang="en-US"/>
        </a:p>
      </dgm:t>
    </dgm:pt>
    <dgm:pt modelId="{BD3D328D-6AD7-421A-8252-3A824D36AFB9}">
      <dgm:prSet/>
      <dgm:spPr/>
      <dgm:t>
        <a:bodyPr/>
        <a:lstStyle/>
        <a:p>
          <a:r>
            <a:rPr lang="en-US" dirty="0"/>
            <a:t>Quản </a:t>
          </a:r>
          <a:r>
            <a:rPr lang="en-US" dirty="0" err="1"/>
            <a:t>lý</a:t>
          </a:r>
          <a:endParaRPr lang="en-US" dirty="0"/>
        </a:p>
      </dgm:t>
    </dgm:pt>
    <dgm:pt modelId="{C64FE2C4-6AF1-4F10-B97E-2A81AE55B54D}" type="parTrans" cxnId="{A133679C-945A-4D8E-B1E8-D6AA534E1221}">
      <dgm:prSet/>
      <dgm:spPr/>
      <dgm:t>
        <a:bodyPr/>
        <a:lstStyle/>
        <a:p>
          <a:endParaRPr lang="en-US"/>
        </a:p>
      </dgm:t>
    </dgm:pt>
    <dgm:pt modelId="{6E7C7322-8A31-4908-8B62-1CE2599ADEC1}" type="sibTrans" cxnId="{A133679C-945A-4D8E-B1E8-D6AA534E1221}">
      <dgm:prSet/>
      <dgm:spPr/>
      <dgm:t>
        <a:bodyPr/>
        <a:lstStyle/>
        <a:p>
          <a:endParaRPr lang="en-US"/>
        </a:p>
      </dgm:t>
    </dgm:pt>
    <dgm:pt modelId="{F1AA3342-405B-43A9-9CEA-34970DBCA2D7}" type="pres">
      <dgm:prSet presAssocID="{3FA948BB-A2FC-4F2E-8D44-7D2D2E9DEBA9}" presName="linear" presStyleCnt="0">
        <dgm:presLayoutVars>
          <dgm:dir/>
          <dgm:animLvl val="lvl"/>
          <dgm:resizeHandles val="exact"/>
        </dgm:presLayoutVars>
      </dgm:prSet>
      <dgm:spPr/>
    </dgm:pt>
    <dgm:pt modelId="{F99524DC-FC34-4A3B-BE8A-F6D689141876}" type="pres">
      <dgm:prSet presAssocID="{AE377C7D-F6B5-485B-A6F0-83C4F23DDE69}" presName="parentLin" presStyleCnt="0"/>
      <dgm:spPr/>
    </dgm:pt>
    <dgm:pt modelId="{56CA03F9-D0BD-4E21-805A-B0ACF2D4FBEC}" type="pres">
      <dgm:prSet presAssocID="{AE377C7D-F6B5-485B-A6F0-83C4F23DDE69}" presName="parentLeftMargin" presStyleLbl="node1" presStyleIdx="0" presStyleCnt="2"/>
      <dgm:spPr/>
    </dgm:pt>
    <dgm:pt modelId="{48CF0132-98F1-4182-B257-0242A732AD36}" type="pres">
      <dgm:prSet presAssocID="{AE377C7D-F6B5-485B-A6F0-83C4F23DDE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4F3B62-3C07-471D-B1C4-4E5CC41312CD}" type="pres">
      <dgm:prSet presAssocID="{AE377C7D-F6B5-485B-A6F0-83C4F23DDE69}" presName="negativeSpace" presStyleCnt="0"/>
      <dgm:spPr/>
    </dgm:pt>
    <dgm:pt modelId="{CE716C7A-2225-4C59-B1AB-360D33D647D0}" type="pres">
      <dgm:prSet presAssocID="{AE377C7D-F6B5-485B-A6F0-83C4F23DDE69}" presName="childText" presStyleLbl="conFgAcc1" presStyleIdx="0" presStyleCnt="2">
        <dgm:presLayoutVars>
          <dgm:bulletEnabled val="1"/>
        </dgm:presLayoutVars>
      </dgm:prSet>
      <dgm:spPr/>
    </dgm:pt>
    <dgm:pt modelId="{B3EBCF66-9794-4AC5-ABF4-CE4C134B8F58}" type="pres">
      <dgm:prSet presAssocID="{E5835A77-55DD-4579-BD1A-60782EA17B07}" presName="spaceBetweenRectangles" presStyleCnt="0"/>
      <dgm:spPr/>
    </dgm:pt>
    <dgm:pt modelId="{BB8FDEFA-F5EB-492C-9781-DE1C7E133D10}" type="pres">
      <dgm:prSet presAssocID="{BD3D328D-6AD7-421A-8252-3A824D36AFB9}" presName="parentLin" presStyleCnt="0"/>
      <dgm:spPr/>
    </dgm:pt>
    <dgm:pt modelId="{3785B028-F5DC-477E-97F7-926E49A02404}" type="pres">
      <dgm:prSet presAssocID="{BD3D328D-6AD7-421A-8252-3A824D36AFB9}" presName="parentLeftMargin" presStyleLbl="node1" presStyleIdx="0" presStyleCnt="2"/>
      <dgm:spPr/>
    </dgm:pt>
    <dgm:pt modelId="{EE69891A-F66F-44F4-A3A9-76A9F15327C4}" type="pres">
      <dgm:prSet presAssocID="{BD3D328D-6AD7-421A-8252-3A824D36AFB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9C12AF7-F556-467F-9006-11C436B5CCA2}" type="pres">
      <dgm:prSet presAssocID="{BD3D328D-6AD7-421A-8252-3A824D36AFB9}" presName="negativeSpace" presStyleCnt="0"/>
      <dgm:spPr/>
    </dgm:pt>
    <dgm:pt modelId="{4BA8DCAB-57AE-4A95-BD5F-3A21E7FC46F6}" type="pres">
      <dgm:prSet presAssocID="{BD3D328D-6AD7-421A-8252-3A824D36AFB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4E35F40-581E-4A08-9C68-B308B7831AFF}" type="presOf" srcId="{AE377C7D-F6B5-485B-A6F0-83C4F23DDE69}" destId="{56CA03F9-D0BD-4E21-805A-B0ACF2D4FBEC}" srcOrd="0" destOrd="0" presId="urn:microsoft.com/office/officeart/2005/8/layout/list1#2"/>
    <dgm:cxn modelId="{BF51B77A-94B9-42BF-A242-3329445E0484}" type="presOf" srcId="{AE377C7D-F6B5-485B-A6F0-83C4F23DDE69}" destId="{48CF0132-98F1-4182-B257-0242A732AD36}" srcOrd="1" destOrd="0" presId="urn:microsoft.com/office/officeart/2005/8/layout/list1#2"/>
    <dgm:cxn modelId="{00FF2B80-3EB1-4B77-9C70-AA88FEE72805}" srcId="{3FA948BB-A2FC-4F2E-8D44-7D2D2E9DEBA9}" destId="{AE377C7D-F6B5-485B-A6F0-83C4F23DDE69}" srcOrd="0" destOrd="0" parTransId="{0762C100-03E3-4D5B-996C-5436E0489204}" sibTransId="{E5835A77-55DD-4579-BD1A-60782EA17B07}"/>
    <dgm:cxn modelId="{FE022388-1D76-42EB-9B05-210DF7B668EC}" type="presOf" srcId="{BD3D328D-6AD7-421A-8252-3A824D36AFB9}" destId="{3785B028-F5DC-477E-97F7-926E49A02404}" srcOrd="0" destOrd="0" presId="urn:microsoft.com/office/officeart/2005/8/layout/list1#2"/>
    <dgm:cxn modelId="{A133679C-945A-4D8E-B1E8-D6AA534E1221}" srcId="{3FA948BB-A2FC-4F2E-8D44-7D2D2E9DEBA9}" destId="{BD3D328D-6AD7-421A-8252-3A824D36AFB9}" srcOrd="1" destOrd="0" parTransId="{C64FE2C4-6AF1-4F10-B97E-2A81AE55B54D}" sibTransId="{6E7C7322-8A31-4908-8B62-1CE2599ADEC1}"/>
    <dgm:cxn modelId="{75E459F1-39F5-41C8-A361-666DD19542C9}" type="presOf" srcId="{BD3D328D-6AD7-421A-8252-3A824D36AFB9}" destId="{EE69891A-F66F-44F4-A3A9-76A9F15327C4}" srcOrd="1" destOrd="0" presId="urn:microsoft.com/office/officeart/2005/8/layout/list1#2"/>
    <dgm:cxn modelId="{BEFA58FC-00E8-4CD7-8BEA-CCBE1859E70B}" type="presOf" srcId="{3FA948BB-A2FC-4F2E-8D44-7D2D2E9DEBA9}" destId="{F1AA3342-405B-43A9-9CEA-34970DBCA2D7}" srcOrd="0" destOrd="0" presId="urn:microsoft.com/office/officeart/2005/8/layout/list1#2"/>
    <dgm:cxn modelId="{79EA9FF8-72CA-44D6-8B8F-8EDBD4F1EEDE}" type="presParOf" srcId="{F1AA3342-405B-43A9-9CEA-34970DBCA2D7}" destId="{F99524DC-FC34-4A3B-BE8A-F6D689141876}" srcOrd="0" destOrd="0" presId="urn:microsoft.com/office/officeart/2005/8/layout/list1#2"/>
    <dgm:cxn modelId="{909FEA74-AF41-4936-9E9E-CF1E425FEDBB}" type="presParOf" srcId="{F99524DC-FC34-4A3B-BE8A-F6D689141876}" destId="{56CA03F9-D0BD-4E21-805A-B0ACF2D4FBEC}" srcOrd="0" destOrd="0" presId="urn:microsoft.com/office/officeart/2005/8/layout/list1#2"/>
    <dgm:cxn modelId="{44D3D885-C35D-4DB1-AEA8-71AB19FAA6F6}" type="presParOf" srcId="{F99524DC-FC34-4A3B-BE8A-F6D689141876}" destId="{48CF0132-98F1-4182-B257-0242A732AD36}" srcOrd="1" destOrd="0" presId="urn:microsoft.com/office/officeart/2005/8/layout/list1#2"/>
    <dgm:cxn modelId="{3AF81EF6-25A6-47A2-B22F-F57FA47AD85D}" type="presParOf" srcId="{F1AA3342-405B-43A9-9CEA-34970DBCA2D7}" destId="{394F3B62-3C07-471D-B1C4-4E5CC41312CD}" srcOrd="1" destOrd="0" presId="urn:microsoft.com/office/officeart/2005/8/layout/list1#2"/>
    <dgm:cxn modelId="{5CDC417A-1AD6-4AF8-9EF9-D142B06C18DC}" type="presParOf" srcId="{F1AA3342-405B-43A9-9CEA-34970DBCA2D7}" destId="{CE716C7A-2225-4C59-B1AB-360D33D647D0}" srcOrd="2" destOrd="0" presId="urn:microsoft.com/office/officeart/2005/8/layout/list1#2"/>
    <dgm:cxn modelId="{81F0CD9A-72F9-432C-A022-4AD6BA6667DB}" type="presParOf" srcId="{F1AA3342-405B-43A9-9CEA-34970DBCA2D7}" destId="{B3EBCF66-9794-4AC5-ABF4-CE4C134B8F58}" srcOrd="3" destOrd="0" presId="urn:microsoft.com/office/officeart/2005/8/layout/list1#2"/>
    <dgm:cxn modelId="{2AAD1A89-6A40-40A8-BE0C-007979467C05}" type="presParOf" srcId="{F1AA3342-405B-43A9-9CEA-34970DBCA2D7}" destId="{BB8FDEFA-F5EB-492C-9781-DE1C7E133D10}" srcOrd="4" destOrd="0" presId="urn:microsoft.com/office/officeart/2005/8/layout/list1#2"/>
    <dgm:cxn modelId="{C90A8DCB-97A8-4F16-8CF4-0FF72E163571}" type="presParOf" srcId="{BB8FDEFA-F5EB-492C-9781-DE1C7E133D10}" destId="{3785B028-F5DC-477E-97F7-926E49A02404}" srcOrd="0" destOrd="0" presId="urn:microsoft.com/office/officeart/2005/8/layout/list1#2"/>
    <dgm:cxn modelId="{D38FE032-17B3-4FD8-9B01-2DC2427FA77E}" type="presParOf" srcId="{BB8FDEFA-F5EB-492C-9781-DE1C7E133D10}" destId="{EE69891A-F66F-44F4-A3A9-76A9F15327C4}" srcOrd="1" destOrd="0" presId="urn:microsoft.com/office/officeart/2005/8/layout/list1#2"/>
    <dgm:cxn modelId="{57AA9888-171A-4E49-83B5-2170BD5B73F5}" type="presParOf" srcId="{F1AA3342-405B-43A9-9CEA-34970DBCA2D7}" destId="{49C12AF7-F556-467F-9006-11C436B5CCA2}" srcOrd="5" destOrd="0" presId="urn:microsoft.com/office/officeart/2005/8/layout/list1#2"/>
    <dgm:cxn modelId="{8CD13A70-C42F-4ABF-92C2-011C7D177F23}" type="presParOf" srcId="{F1AA3342-405B-43A9-9CEA-34970DBCA2D7}" destId="{4BA8DCAB-57AE-4A95-BD5F-3A21E7FC46F6}" srcOrd="6" destOrd="0" presId="urn:microsoft.com/office/officeart/2005/8/layout/list1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3362C0-596B-40D5-9256-42AE352434F9}" type="doc">
      <dgm:prSet loTypeId="urn:microsoft.com/office/officeart/2005/8/layout/default#5" loCatId="list" qsTypeId="urn:microsoft.com/office/officeart/2005/8/quickstyle/simple1#17" qsCatId="simple" csTypeId="urn:microsoft.com/office/officeart/2005/8/colors/accent1_1#11" csCatId="accent1" phldr="1"/>
      <dgm:spPr/>
      <dgm:t>
        <a:bodyPr/>
        <a:lstStyle/>
        <a:p>
          <a:endParaRPr lang="en-US"/>
        </a:p>
      </dgm:t>
    </dgm:pt>
    <dgm:pt modelId="{C2274D6B-6AD5-4C5F-9455-3B42E6B96108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/>
            <a:t>1. </a:t>
          </a:r>
        </a:p>
      </dgm:t>
    </dgm:pt>
    <dgm:pt modelId="{7B993409-DC5C-4CE2-A836-00FC3E18897B}" type="parTrans" cxnId="{AF5780CB-890E-404D-9625-E4B14B3610BC}">
      <dgm:prSet/>
      <dgm:spPr/>
      <dgm:t>
        <a:bodyPr/>
        <a:lstStyle/>
        <a:p>
          <a:endParaRPr lang="en-US"/>
        </a:p>
      </dgm:t>
    </dgm:pt>
    <dgm:pt modelId="{F5D609DB-1BD9-455E-8A2F-62BD81EFA7FB}" type="sibTrans" cxnId="{AF5780CB-890E-404D-9625-E4B14B3610BC}">
      <dgm:prSet/>
      <dgm:spPr/>
      <dgm:t>
        <a:bodyPr/>
        <a:lstStyle/>
        <a:p>
          <a:endParaRPr lang="en-US"/>
        </a:p>
      </dgm:t>
    </dgm:pt>
    <dgm:pt modelId="{8E0680F1-DFEE-4439-BE5A-9E5E1C5766AC}">
      <dgm:prSet/>
      <dgm:spPr/>
      <dgm:t>
        <a:bodyPr/>
        <a:lstStyle/>
        <a:p>
          <a:r>
            <a:rPr lang="en-US" b="0" i="0" baseline="0"/>
            <a:t>Đăng tin với tùy chọn dịch vụ nâng cao </a:t>
          </a:r>
          <a:endParaRPr lang="en-US"/>
        </a:p>
      </dgm:t>
    </dgm:pt>
    <dgm:pt modelId="{CCB3E97E-9053-446E-AD08-D67D6C4F6EE3}" type="parTrans" cxnId="{CDD369CD-5578-4F06-BF95-B283169E584C}">
      <dgm:prSet/>
      <dgm:spPr/>
      <dgm:t>
        <a:bodyPr/>
        <a:lstStyle/>
        <a:p>
          <a:endParaRPr lang="en-US"/>
        </a:p>
      </dgm:t>
    </dgm:pt>
    <dgm:pt modelId="{9B454E06-0D78-4E16-BCBE-3699E6ACE0B6}" type="sibTrans" cxnId="{CDD369CD-5578-4F06-BF95-B283169E584C}">
      <dgm:prSet/>
      <dgm:spPr/>
      <dgm:t>
        <a:bodyPr/>
        <a:lstStyle/>
        <a:p>
          <a:endParaRPr lang="en-US"/>
        </a:p>
      </dgm:t>
    </dgm:pt>
    <dgm:pt modelId="{D3A720AB-0B5F-45FF-AC3B-E0CE57747A6B}">
      <dgm:prSet/>
      <dgm:spPr/>
      <dgm:t>
        <a:bodyPr/>
        <a:lstStyle/>
        <a:p>
          <a:r>
            <a:rPr lang="en-US" b="0" i="0" baseline="0"/>
            <a:t>Hệ thống quản lý ứng viên thông minh </a:t>
          </a:r>
          <a:endParaRPr lang="en-US"/>
        </a:p>
      </dgm:t>
    </dgm:pt>
    <dgm:pt modelId="{D838307D-C1FD-4780-AC36-F484191186FB}" type="parTrans" cxnId="{1A786344-11A7-4E25-AC00-1872EEFA6A71}">
      <dgm:prSet/>
      <dgm:spPr/>
      <dgm:t>
        <a:bodyPr/>
        <a:lstStyle/>
        <a:p>
          <a:endParaRPr lang="en-US"/>
        </a:p>
      </dgm:t>
    </dgm:pt>
    <dgm:pt modelId="{587F0CC9-0CA6-4A48-9D04-0EA586B5014F}" type="sibTrans" cxnId="{1A786344-11A7-4E25-AC00-1872EEFA6A71}">
      <dgm:prSet/>
      <dgm:spPr/>
      <dgm:t>
        <a:bodyPr/>
        <a:lstStyle/>
        <a:p>
          <a:endParaRPr lang="en-US"/>
        </a:p>
      </dgm:t>
    </dgm:pt>
    <dgm:pt modelId="{DCFD71B9-0657-45E7-B327-E5284F7C33E3}">
      <dgm:prSet/>
      <dgm:spPr/>
      <dgm:t>
        <a:bodyPr/>
        <a:lstStyle/>
        <a:p>
          <a:r>
            <a:rPr lang="en-US" b="0" i="0" baseline="0"/>
            <a:t>Công cụ </a:t>
          </a:r>
          <a:r>
            <a:rPr lang="en-US"/>
            <a:t>đặt</a:t>
          </a:r>
          <a:r>
            <a:rPr lang="en-US" b="0" i="0" baseline="0"/>
            <a:t> lịch phỏng vấn</a:t>
          </a:r>
          <a:endParaRPr lang="en-US"/>
        </a:p>
      </dgm:t>
    </dgm:pt>
    <dgm:pt modelId="{AD642C6B-9908-444B-95E4-E6141573EE07}" type="parTrans" cxnId="{52EA9CD3-1D0E-4187-9AAF-48AD65EBA93D}">
      <dgm:prSet/>
      <dgm:spPr/>
      <dgm:t>
        <a:bodyPr/>
        <a:lstStyle/>
        <a:p>
          <a:endParaRPr lang="en-US"/>
        </a:p>
      </dgm:t>
    </dgm:pt>
    <dgm:pt modelId="{0C487E6F-2468-4EF1-A9E7-2D0204684EE4}" type="sibTrans" cxnId="{52EA9CD3-1D0E-4187-9AAF-48AD65EBA93D}">
      <dgm:prSet/>
      <dgm:spPr/>
      <dgm:t>
        <a:bodyPr/>
        <a:lstStyle/>
        <a:p>
          <a:endParaRPr lang="en-US"/>
        </a:p>
      </dgm:t>
    </dgm:pt>
    <dgm:pt modelId="{68678236-2491-4F5E-81CB-83BB8A4B88F6}">
      <dgm:prSet/>
      <dgm:spPr/>
      <dgm:t>
        <a:bodyPr/>
        <a:lstStyle/>
        <a:p>
          <a:r>
            <a:rPr lang="en-US" b="0" i="0" baseline="0"/>
            <a:t>Theo dõi tiến trình tuyển dụng trực quan </a:t>
          </a:r>
          <a:endParaRPr lang="en-US"/>
        </a:p>
      </dgm:t>
    </dgm:pt>
    <dgm:pt modelId="{DD40F368-5201-48F9-89ED-BD207163C849}" type="parTrans" cxnId="{42F30AE4-F25C-468A-B0A7-CF5C9A9FDFFD}">
      <dgm:prSet/>
      <dgm:spPr/>
      <dgm:t>
        <a:bodyPr/>
        <a:lstStyle/>
        <a:p>
          <a:endParaRPr lang="en-US"/>
        </a:p>
      </dgm:t>
    </dgm:pt>
    <dgm:pt modelId="{E80D847E-9014-4C53-A337-1D1F973CAAA3}" type="sibTrans" cxnId="{42F30AE4-F25C-468A-B0A7-CF5C9A9FDFFD}">
      <dgm:prSet/>
      <dgm:spPr/>
      <dgm:t>
        <a:bodyPr/>
        <a:lstStyle/>
        <a:p>
          <a:endParaRPr lang="en-US"/>
        </a:p>
      </dgm:t>
    </dgm:pt>
    <dgm:pt modelId="{2F84C049-882D-4712-A082-3184624567AF}">
      <dgm:prSet/>
      <dgm:spPr/>
      <dgm:t>
        <a:bodyPr/>
        <a:lstStyle/>
        <a:p>
          <a:r>
            <a:rPr lang="en-US" b="0" i="0" baseline="0"/>
            <a:t>Nâng cấp tài khoản doanh nghiệp linh hoạt </a:t>
          </a:r>
          <a:endParaRPr lang="en-US"/>
        </a:p>
      </dgm:t>
    </dgm:pt>
    <dgm:pt modelId="{072EE3BB-2B94-4008-AE6A-6149D9D2C2A2}" type="parTrans" cxnId="{005670DD-0C70-4098-A7E2-DDD973A506B5}">
      <dgm:prSet/>
      <dgm:spPr/>
      <dgm:t>
        <a:bodyPr/>
        <a:lstStyle/>
        <a:p>
          <a:endParaRPr lang="en-US"/>
        </a:p>
      </dgm:t>
    </dgm:pt>
    <dgm:pt modelId="{8BEA8E4B-7644-42C9-963E-A2481BFBFF50}" type="sibTrans" cxnId="{005670DD-0C70-4098-A7E2-DDD973A506B5}">
      <dgm:prSet/>
      <dgm:spPr/>
      <dgm:t>
        <a:bodyPr/>
        <a:lstStyle/>
        <a:p>
          <a:endParaRPr lang="en-US"/>
        </a:p>
      </dgm:t>
    </dgm:pt>
    <dgm:pt modelId="{1890E838-F14C-4623-AC32-8C05354E2A9A}">
      <dgm:prSet/>
      <dgm:spPr/>
      <dgm:t>
        <a:bodyPr/>
        <a:lstStyle/>
        <a:p>
          <a:r>
            <a:rPr lang="en-US" b="0" i="0" baseline="0"/>
            <a:t>Thống kê và báo cáo chi tiết </a:t>
          </a:r>
          <a:endParaRPr lang="en-US"/>
        </a:p>
      </dgm:t>
    </dgm:pt>
    <dgm:pt modelId="{8297EBF8-D8AC-4B6B-A183-2E3906A542C1}" type="parTrans" cxnId="{26EAA56F-F48F-49B1-99FD-40641A4B0586}">
      <dgm:prSet/>
      <dgm:spPr/>
      <dgm:t>
        <a:bodyPr/>
        <a:lstStyle/>
        <a:p>
          <a:endParaRPr lang="en-US"/>
        </a:p>
      </dgm:t>
    </dgm:pt>
    <dgm:pt modelId="{2D043354-6691-458C-ABB9-FC496E908AC2}" type="sibTrans" cxnId="{26EAA56F-F48F-49B1-99FD-40641A4B0586}">
      <dgm:prSet/>
      <dgm:spPr/>
      <dgm:t>
        <a:bodyPr/>
        <a:lstStyle/>
        <a:p>
          <a:endParaRPr lang="en-US"/>
        </a:p>
      </dgm:t>
    </dgm:pt>
    <dgm:pt modelId="{75DCCBCC-B4AC-4A5C-9F1A-AA4964C4241A}" type="pres">
      <dgm:prSet presAssocID="{803362C0-596B-40D5-9256-42AE352434F9}" presName="diagram" presStyleCnt="0">
        <dgm:presLayoutVars>
          <dgm:dir/>
          <dgm:resizeHandles val="exact"/>
        </dgm:presLayoutVars>
      </dgm:prSet>
      <dgm:spPr/>
    </dgm:pt>
    <dgm:pt modelId="{FF723151-24B9-4237-BD1C-72D991617D0F}" type="pres">
      <dgm:prSet presAssocID="{C2274D6B-6AD5-4C5F-9455-3B42E6B96108}" presName="node" presStyleLbl="node1" presStyleIdx="0" presStyleCnt="7">
        <dgm:presLayoutVars>
          <dgm:bulletEnabled val="1"/>
        </dgm:presLayoutVars>
      </dgm:prSet>
      <dgm:spPr/>
    </dgm:pt>
    <dgm:pt modelId="{8DD5CBA5-EEA9-4881-AEAF-5BBBCD883016}" type="pres">
      <dgm:prSet presAssocID="{F5D609DB-1BD9-455E-8A2F-62BD81EFA7FB}" presName="sibTrans" presStyleCnt="0"/>
      <dgm:spPr/>
    </dgm:pt>
    <dgm:pt modelId="{3464F618-1561-41E3-A293-0D694DC65A01}" type="pres">
      <dgm:prSet presAssocID="{8E0680F1-DFEE-4439-BE5A-9E5E1C5766AC}" presName="node" presStyleLbl="node1" presStyleIdx="1" presStyleCnt="7">
        <dgm:presLayoutVars>
          <dgm:bulletEnabled val="1"/>
        </dgm:presLayoutVars>
      </dgm:prSet>
      <dgm:spPr/>
    </dgm:pt>
    <dgm:pt modelId="{50477481-D84A-4B26-A7B1-044920B50274}" type="pres">
      <dgm:prSet presAssocID="{9B454E06-0D78-4E16-BCBE-3699E6ACE0B6}" presName="sibTrans" presStyleCnt="0"/>
      <dgm:spPr/>
    </dgm:pt>
    <dgm:pt modelId="{190CB27F-A395-47EE-956C-98CB90851956}" type="pres">
      <dgm:prSet presAssocID="{D3A720AB-0B5F-45FF-AC3B-E0CE57747A6B}" presName="node" presStyleLbl="node1" presStyleIdx="2" presStyleCnt="7">
        <dgm:presLayoutVars>
          <dgm:bulletEnabled val="1"/>
        </dgm:presLayoutVars>
      </dgm:prSet>
      <dgm:spPr/>
    </dgm:pt>
    <dgm:pt modelId="{D7D1BC74-BBFB-429A-80FF-658AB3680393}" type="pres">
      <dgm:prSet presAssocID="{587F0CC9-0CA6-4A48-9D04-0EA586B5014F}" presName="sibTrans" presStyleCnt="0"/>
      <dgm:spPr/>
    </dgm:pt>
    <dgm:pt modelId="{6B5DC5DC-9744-474C-8691-F0B7F59DA4B5}" type="pres">
      <dgm:prSet presAssocID="{DCFD71B9-0657-45E7-B327-E5284F7C33E3}" presName="node" presStyleLbl="node1" presStyleIdx="3" presStyleCnt="7">
        <dgm:presLayoutVars>
          <dgm:bulletEnabled val="1"/>
        </dgm:presLayoutVars>
      </dgm:prSet>
      <dgm:spPr/>
    </dgm:pt>
    <dgm:pt modelId="{1EEC8864-3778-4F6C-9D34-E1F05B650F4A}" type="pres">
      <dgm:prSet presAssocID="{0C487E6F-2468-4EF1-A9E7-2D0204684EE4}" presName="sibTrans" presStyleCnt="0"/>
      <dgm:spPr/>
    </dgm:pt>
    <dgm:pt modelId="{007615E3-668D-4BC0-A34B-B9E3BABDFB6B}" type="pres">
      <dgm:prSet presAssocID="{68678236-2491-4F5E-81CB-83BB8A4B88F6}" presName="node" presStyleLbl="node1" presStyleIdx="4" presStyleCnt="7">
        <dgm:presLayoutVars>
          <dgm:bulletEnabled val="1"/>
        </dgm:presLayoutVars>
      </dgm:prSet>
      <dgm:spPr/>
    </dgm:pt>
    <dgm:pt modelId="{CA094ACD-DFC2-4DDF-90C8-CC4BF3BB0AA1}" type="pres">
      <dgm:prSet presAssocID="{E80D847E-9014-4C53-A337-1D1F973CAAA3}" presName="sibTrans" presStyleCnt="0"/>
      <dgm:spPr/>
    </dgm:pt>
    <dgm:pt modelId="{9D28F3E0-9D75-4355-9259-402C692E8063}" type="pres">
      <dgm:prSet presAssocID="{2F84C049-882D-4712-A082-3184624567AF}" presName="node" presStyleLbl="node1" presStyleIdx="5" presStyleCnt="7">
        <dgm:presLayoutVars>
          <dgm:bulletEnabled val="1"/>
        </dgm:presLayoutVars>
      </dgm:prSet>
      <dgm:spPr/>
    </dgm:pt>
    <dgm:pt modelId="{A3FB16BF-2E7A-43DA-B132-E35E6C34B44A}" type="pres">
      <dgm:prSet presAssocID="{8BEA8E4B-7644-42C9-963E-A2481BFBFF50}" presName="sibTrans" presStyleCnt="0"/>
      <dgm:spPr/>
    </dgm:pt>
    <dgm:pt modelId="{E7F09B28-555F-439C-8B2C-7067421BC71B}" type="pres">
      <dgm:prSet presAssocID="{1890E838-F14C-4623-AC32-8C05354E2A9A}" presName="node" presStyleLbl="node1" presStyleIdx="6" presStyleCnt="7">
        <dgm:presLayoutVars>
          <dgm:bulletEnabled val="1"/>
        </dgm:presLayoutVars>
      </dgm:prSet>
      <dgm:spPr/>
    </dgm:pt>
  </dgm:ptLst>
  <dgm:cxnLst>
    <dgm:cxn modelId="{F7C43C27-2783-42E4-A1F4-9D9B778CBFE4}" type="presOf" srcId="{1890E838-F14C-4623-AC32-8C05354E2A9A}" destId="{E7F09B28-555F-439C-8B2C-7067421BC71B}" srcOrd="0" destOrd="0" presId="urn:microsoft.com/office/officeart/2005/8/layout/default#5"/>
    <dgm:cxn modelId="{1A786344-11A7-4E25-AC00-1872EEFA6A71}" srcId="{803362C0-596B-40D5-9256-42AE352434F9}" destId="{D3A720AB-0B5F-45FF-AC3B-E0CE57747A6B}" srcOrd="2" destOrd="0" parTransId="{D838307D-C1FD-4780-AC36-F484191186FB}" sibTransId="{587F0CC9-0CA6-4A48-9D04-0EA586B5014F}"/>
    <dgm:cxn modelId="{26EAA56F-F48F-49B1-99FD-40641A4B0586}" srcId="{803362C0-596B-40D5-9256-42AE352434F9}" destId="{1890E838-F14C-4623-AC32-8C05354E2A9A}" srcOrd="6" destOrd="0" parTransId="{8297EBF8-D8AC-4B6B-A183-2E3906A542C1}" sibTransId="{2D043354-6691-458C-ABB9-FC496E908AC2}"/>
    <dgm:cxn modelId="{BA3E9E55-DB92-4359-BB09-B05122CBE403}" type="presOf" srcId="{803362C0-596B-40D5-9256-42AE352434F9}" destId="{75DCCBCC-B4AC-4A5C-9F1A-AA4964C4241A}" srcOrd="0" destOrd="0" presId="urn:microsoft.com/office/officeart/2005/8/layout/default#5"/>
    <dgm:cxn modelId="{EF7E877B-8D98-446E-82A3-FE491862BE55}" type="presOf" srcId="{D3A720AB-0B5F-45FF-AC3B-E0CE57747A6B}" destId="{190CB27F-A395-47EE-956C-98CB90851956}" srcOrd="0" destOrd="0" presId="urn:microsoft.com/office/officeart/2005/8/layout/default#5"/>
    <dgm:cxn modelId="{2E9A6895-4CC9-4B37-B2EF-F84B0AC9C043}" type="presOf" srcId="{C2274D6B-6AD5-4C5F-9455-3B42E6B96108}" destId="{FF723151-24B9-4237-BD1C-72D991617D0F}" srcOrd="0" destOrd="0" presId="urn:microsoft.com/office/officeart/2005/8/layout/default#5"/>
    <dgm:cxn modelId="{7A27D396-13E4-4632-A4EC-44CFDF94D945}" type="presOf" srcId="{8E0680F1-DFEE-4439-BE5A-9E5E1C5766AC}" destId="{3464F618-1561-41E3-A293-0D694DC65A01}" srcOrd="0" destOrd="0" presId="urn:microsoft.com/office/officeart/2005/8/layout/default#5"/>
    <dgm:cxn modelId="{327811A5-1B34-42A8-8725-4D30C689798E}" type="presOf" srcId="{DCFD71B9-0657-45E7-B327-E5284F7C33E3}" destId="{6B5DC5DC-9744-474C-8691-F0B7F59DA4B5}" srcOrd="0" destOrd="0" presId="urn:microsoft.com/office/officeart/2005/8/layout/default#5"/>
    <dgm:cxn modelId="{E8A8FCAE-2E58-4E2E-B983-9F1BEA603BDA}" type="presOf" srcId="{2F84C049-882D-4712-A082-3184624567AF}" destId="{9D28F3E0-9D75-4355-9259-402C692E8063}" srcOrd="0" destOrd="0" presId="urn:microsoft.com/office/officeart/2005/8/layout/default#5"/>
    <dgm:cxn modelId="{597D7FC3-E542-47D3-928C-7A7BC7B4351A}" type="presOf" srcId="{68678236-2491-4F5E-81CB-83BB8A4B88F6}" destId="{007615E3-668D-4BC0-A34B-B9E3BABDFB6B}" srcOrd="0" destOrd="0" presId="urn:microsoft.com/office/officeart/2005/8/layout/default#5"/>
    <dgm:cxn modelId="{AF5780CB-890E-404D-9625-E4B14B3610BC}" srcId="{803362C0-596B-40D5-9256-42AE352434F9}" destId="{C2274D6B-6AD5-4C5F-9455-3B42E6B96108}" srcOrd="0" destOrd="0" parTransId="{7B993409-DC5C-4CE2-A836-00FC3E18897B}" sibTransId="{F5D609DB-1BD9-455E-8A2F-62BD81EFA7FB}"/>
    <dgm:cxn modelId="{CDD369CD-5578-4F06-BF95-B283169E584C}" srcId="{803362C0-596B-40D5-9256-42AE352434F9}" destId="{8E0680F1-DFEE-4439-BE5A-9E5E1C5766AC}" srcOrd="1" destOrd="0" parTransId="{CCB3E97E-9053-446E-AD08-D67D6C4F6EE3}" sibTransId="{9B454E06-0D78-4E16-BCBE-3699E6ACE0B6}"/>
    <dgm:cxn modelId="{52EA9CD3-1D0E-4187-9AAF-48AD65EBA93D}" srcId="{803362C0-596B-40D5-9256-42AE352434F9}" destId="{DCFD71B9-0657-45E7-B327-E5284F7C33E3}" srcOrd="3" destOrd="0" parTransId="{AD642C6B-9908-444B-95E4-E6141573EE07}" sibTransId="{0C487E6F-2468-4EF1-A9E7-2D0204684EE4}"/>
    <dgm:cxn modelId="{005670DD-0C70-4098-A7E2-DDD973A506B5}" srcId="{803362C0-596B-40D5-9256-42AE352434F9}" destId="{2F84C049-882D-4712-A082-3184624567AF}" srcOrd="5" destOrd="0" parTransId="{072EE3BB-2B94-4008-AE6A-6149D9D2C2A2}" sibTransId="{8BEA8E4B-7644-42C9-963E-A2481BFBFF50}"/>
    <dgm:cxn modelId="{42F30AE4-F25C-468A-B0A7-CF5C9A9FDFFD}" srcId="{803362C0-596B-40D5-9256-42AE352434F9}" destId="{68678236-2491-4F5E-81CB-83BB8A4B88F6}" srcOrd="4" destOrd="0" parTransId="{DD40F368-5201-48F9-89ED-BD207163C849}" sibTransId="{E80D847E-9014-4C53-A337-1D1F973CAAA3}"/>
    <dgm:cxn modelId="{4917A006-7286-43DD-9F1F-C7F4FFB66685}" type="presParOf" srcId="{75DCCBCC-B4AC-4A5C-9F1A-AA4964C4241A}" destId="{FF723151-24B9-4237-BD1C-72D991617D0F}" srcOrd="0" destOrd="0" presId="urn:microsoft.com/office/officeart/2005/8/layout/default#5"/>
    <dgm:cxn modelId="{6D535E1B-0DD3-442C-972C-2990E3A76065}" type="presParOf" srcId="{75DCCBCC-B4AC-4A5C-9F1A-AA4964C4241A}" destId="{8DD5CBA5-EEA9-4881-AEAF-5BBBCD883016}" srcOrd="1" destOrd="0" presId="urn:microsoft.com/office/officeart/2005/8/layout/default#5"/>
    <dgm:cxn modelId="{BEABA1BD-572B-42CB-9E88-D81BB5900468}" type="presParOf" srcId="{75DCCBCC-B4AC-4A5C-9F1A-AA4964C4241A}" destId="{3464F618-1561-41E3-A293-0D694DC65A01}" srcOrd="2" destOrd="0" presId="urn:microsoft.com/office/officeart/2005/8/layout/default#5"/>
    <dgm:cxn modelId="{B0776950-73C2-44DF-B6B2-2BC151517C8B}" type="presParOf" srcId="{75DCCBCC-B4AC-4A5C-9F1A-AA4964C4241A}" destId="{50477481-D84A-4B26-A7B1-044920B50274}" srcOrd="3" destOrd="0" presId="urn:microsoft.com/office/officeart/2005/8/layout/default#5"/>
    <dgm:cxn modelId="{B2C1FA37-2404-4DAC-A10B-B8B9FAC1081D}" type="presParOf" srcId="{75DCCBCC-B4AC-4A5C-9F1A-AA4964C4241A}" destId="{190CB27F-A395-47EE-956C-98CB90851956}" srcOrd="4" destOrd="0" presId="urn:microsoft.com/office/officeart/2005/8/layout/default#5"/>
    <dgm:cxn modelId="{F82FDF44-7E09-4F98-B081-25A208E43027}" type="presParOf" srcId="{75DCCBCC-B4AC-4A5C-9F1A-AA4964C4241A}" destId="{D7D1BC74-BBFB-429A-80FF-658AB3680393}" srcOrd="5" destOrd="0" presId="urn:microsoft.com/office/officeart/2005/8/layout/default#5"/>
    <dgm:cxn modelId="{C31FD7C1-F156-4751-AB77-EA96608CB45B}" type="presParOf" srcId="{75DCCBCC-B4AC-4A5C-9F1A-AA4964C4241A}" destId="{6B5DC5DC-9744-474C-8691-F0B7F59DA4B5}" srcOrd="6" destOrd="0" presId="urn:microsoft.com/office/officeart/2005/8/layout/default#5"/>
    <dgm:cxn modelId="{F46434B8-759E-4F89-9CFD-8B7A0C6A8C25}" type="presParOf" srcId="{75DCCBCC-B4AC-4A5C-9F1A-AA4964C4241A}" destId="{1EEC8864-3778-4F6C-9D34-E1F05B650F4A}" srcOrd="7" destOrd="0" presId="urn:microsoft.com/office/officeart/2005/8/layout/default#5"/>
    <dgm:cxn modelId="{C0D50A0B-6465-40CD-8D1A-372F683EE21A}" type="presParOf" srcId="{75DCCBCC-B4AC-4A5C-9F1A-AA4964C4241A}" destId="{007615E3-668D-4BC0-A34B-B9E3BABDFB6B}" srcOrd="8" destOrd="0" presId="urn:microsoft.com/office/officeart/2005/8/layout/default#5"/>
    <dgm:cxn modelId="{3BF5207E-F2C7-4C87-8460-16A4A776199B}" type="presParOf" srcId="{75DCCBCC-B4AC-4A5C-9F1A-AA4964C4241A}" destId="{CA094ACD-DFC2-4DDF-90C8-CC4BF3BB0AA1}" srcOrd="9" destOrd="0" presId="urn:microsoft.com/office/officeart/2005/8/layout/default#5"/>
    <dgm:cxn modelId="{36513551-0AFD-453B-BC4B-1B22433A44E2}" type="presParOf" srcId="{75DCCBCC-B4AC-4A5C-9F1A-AA4964C4241A}" destId="{9D28F3E0-9D75-4355-9259-402C692E8063}" srcOrd="10" destOrd="0" presId="urn:microsoft.com/office/officeart/2005/8/layout/default#5"/>
    <dgm:cxn modelId="{EA321266-294F-4873-A91B-570D9D748E41}" type="presParOf" srcId="{75DCCBCC-B4AC-4A5C-9F1A-AA4964C4241A}" destId="{A3FB16BF-2E7A-43DA-B132-E35E6C34B44A}" srcOrd="11" destOrd="0" presId="urn:microsoft.com/office/officeart/2005/8/layout/default#5"/>
    <dgm:cxn modelId="{7242238C-1772-44E0-B0B0-E8E1863C1734}" type="presParOf" srcId="{75DCCBCC-B4AC-4A5C-9F1A-AA4964C4241A}" destId="{E7F09B28-555F-439C-8B2C-7067421BC71B}" srcOrd="12" destOrd="0" presId="urn:microsoft.com/office/officeart/2005/8/layout/default#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3362C0-596B-40D5-9256-42AE352434F9}" type="doc">
      <dgm:prSet loTypeId="urn:microsoft.com/office/officeart/2005/8/layout/default#6" loCatId="list" qsTypeId="urn:microsoft.com/office/officeart/2005/8/quickstyle/simple1#18" qsCatId="simple" csTypeId="urn:microsoft.com/office/officeart/2005/8/colors/accent1_1#12" csCatId="accent1" phldr="1"/>
      <dgm:spPr/>
      <dgm:t>
        <a:bodyPr/>
        <a:lstStyle/>
        <a:p>
          <a:endParaRPr lang="en-US"/>
        </a:p>
      </dgm:t>
    </dgm:pt>
    <dgm:pt modelId="{C2274D6B-6AD5-4C5F-9455-3B42E6B96108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 b="0" i="0" baseline="0"/>
            <a:t>1. Chức năng đăng kí </a:t>
          </a:r>
          <a:r>
            <a:rPr lang="en-US" b="0" i="0" baseline="0"/>
            <a:t> </a:t>
          </a:r>
          <a:endParaRPr lang="en-US"/>
        </a:p>
      </dgm:t>
    </dgm:pt>
    <dgm:pt modelId="{7B993409-DC5C-4CE2-A836-00FC3E18897B}" type="parTrans" cxnId="{31CB3FDE-69E4-494D-A403-800841CD37D9}">
      <dgm:prSet/>
      <dgm:spPr/>
      <dgm:t>
        <a:bodyPr/>
        <a:lstStyle/>
        <a:p>
          <a:endParaRPr lang="en-US"/>
        </a:p>
      </dgm:t>
    </dgm:pt>
    <dgm:pt modelId="{F5D609DB-1BD9-455E-8A2F-62BD81EFA7FB}" type="sibTrans" cxnId="{31CB3FDE-69E4-494D-A403-800841CD37D9}">
      <dgm:prSet/>
      <dgm:spPr/>
      <dgm:t>
        <a:bodyPr/>
        <a:lstStyle/>
        <a:p>
          <a:endParaRPr lang="en-US"/>
        </a:p>
      </dgm:t>
    </dgm:pt>
    <dgm:pt modelId="{8E0680F1-DFEE-4439-BE5A-9E5E1C5766AC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/>
            <a:t>2. Chức năng đăng nhập</a:t>
          </a:r>
        </a:p>
      </dgm:t>
    </dgm:pt>
    <dgm:pt modelId="{CCB3E97E-9053-446E-AD08-D67D6C4F6EE3}" type="parTrans" cxnId="{AB961805-92CB-4943-A0D7-AB02B84E5384}">
      <dgm:prSet/>
      <dgm:spPr/>
      <dgm:t>
        <a:bodyPr/>
        <a:lstStyle/>
        <a:p>
          <a:endParaRPr lang="en-US"/>
        </a:p>
      </dgm:t>
    </dgm:pt>
    <dgm:pt modelId="{9B454E06-0D78-4E16-BCBE-3699E6ACE0B6}" type="sibTrans" cxnId="{AB961805-92CB-4943-A0D7-AB02B84E5384}">
      <dgm:prSet/>
      <dgm:spPr/>
      <dgm:t>
        <a:bodyPr/>
        <a:lstStyle/>
        <a:p>
          <a:endParaRPr lang="en-US"/>
        </a:p>
      </dgm:t>
    </dgm:pt>
    <dgm:pt modelId="{BC4D3032-9A78-4757-9DC0-E7AD41F1E841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4</a:t>
          </a:r>
          <a:r>
            <a:rPr lang="vi-VN" altLang="en-US">
              <a:sym typeface="+mn-ea"/>
            </a:rPr>
            <a:t>. </a:t>
          </a:r>
          <a:r>
            <a:rPr>
              <a:sym typeface="+mn-ea"/>
            </a:rPr>
            <a:t>C</a:t>
          </a:r>
          <a:r>
            <a:rPr lang="vi-VN" altLang="en-US">
              <a:sym typeface="+mn-ea"/>
            </a:rPr>
            <a:t>hức </a:t>
          </a:r>
          <a:r>
            <a:rPr>
              <a:sym typeface="+mn-ea"/>
            </a:rPr>
            <a:t>n</a:t>
          </a:r>
          <a:r>
            <a:rPr lang="vi-VN" altLang="en-US">
              <a:sym typeface="+mn-ea"/>
            </a:rPr>
            <a:t>ăng </a:t>
          </a:r>
          <a:r>
            <a:rPr>
              <a:sym typeface="+mn-ea"/>
            </a:rPr>
            <a:t>c</a:t>
          </a:r>
          <a:r>
            <a:rPr lang="vi-VN" altLang="en-US">
              <a:sym typeface="+mn-ea"/>
            </a:rPr>
            <a:t>heckin</a:t>
          </a:r>
          <a:endParaRPr lang="vi-VN" altLang="en-US"/>
        </a:p>
      </dgm:t>
    </dgm:pt>
    <dgm:pt modelId="{1DAD3AA6-CB7C-4DF2-9C08-2D550FF3EC3B}" type="parTrans" cxnId="{E01DCA59-0600-472A-AAAC-C6858634C7A0}">
      <dgm:prSet/>
      <dgm:spPr/>
      <dgm:t>
        <a:bodyPr/>
        <a:lstStyle/>
        <a:p>
          <a:endParaRPr lang="en-US"/>
        </a:p>
      </dgm:t>
    </dgm:pt>
    <dgm:pt modelId="{EEE52ACE-98D9-4F19-842C-1036CDC636B5}" type="sibTrans" cxnId="{E01DCA59-0600-472A-AAAC-C6858634C7A0}">
      <dgm:prSet/>
      <dgm:spPr/>
      <dgm:t>
        <a:bodyPr/>
        <a:lstStyle/>
        <a:p>
          <a:endParaRPr lang="en-US"/>
        </a:p>
      </dgm:t>
    </dgm:pt>
    <dgm:pt modelId="{1AF2B25E-1237-475C-8F19-AD2E894EB416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5. Chức n</a:t>
          </a:r>
          <a:r>
            <a:rPr lang="" altLang="en-US"/>
            <a:t>ă</a:t>
          </a:r>
          <a:r>
            <a:rPr lang="en-US" altLang="en-US"/>
            <a:t>ng yêu cầu làm thêm giờ</a:t>
          </a:r>
          <a:endParaRPr altLang="en-US"/>
        </a:p>
      </dgm:t>
    </dgm:pt>
    <dgm:pt modelId="{FAD3EB9F-E934-45E3-9124-EB7A0C25DEDE}" type="parTrans" cxnId="{30517F34-EF49-4332-AEA3-3CBF91EC2A90}">
      <dgm:prSet/>
      <dgm:spPr/>
      <dgm:t>
        <a:bodyPr/>
        <a:lstStyle/>
        <a:p>
          <a:endParaRPr lang="en-US"/>
        </a:p>
      </dgm:t>
    </dgm:pt>
    <dgm:pt modelId="{E2D3E6CC-3C99-4F5A-AB20-DC567EC322D3}" type="sibTrans" cxnId="{30517F34-EF49-4332-AEA3-3CBF91EC2A90}">
      <dgm:prSet/>
      <dgm:spPr/>
      <dgm:t>
        <a:bodyPr/>
        <a:lstStyle/>
        <a:p>
          <a:endParaRPr lang="en-US"/>
        </a:p>
      </dgm:t>
    </dgm:pt>
    <dgm:pt modelId="{E80000C8-907A-400F-8530-27AA414B0D8C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6. Chức n</a:t>
          </a:r>
          <a:r>
            <a:rPr lang="" altLang="en-US"/>
            <a:t>ă</a:t>
          </a:r>
          <a:r>
            <a:rPr lang="en-US" altLang="en-US"/>
            <a:t>ng yêu cầu nghỉ phép</a:t>
          </a:r>
          <a:endParaRPr altLang="en-US"/>
        </a:p>
      </dgm:t>
    </dgm:pt>
    <dgm:pt modelId="{05D0ADE0-FB61-4E52-A4C5-5748AFF91C11}" type="parTrans" cxnId="{1C6FDB84-BC94-4D1F-BB3A-7EC52D095C19}">
      <dgm:prSet/>
      <dgm:spPr/>
      <dgm:t>
        <a:bodyPr/>
        <a:lstStyle/>
        <a:p>
          <a:endParaRPr lang="en-US"/>
        </a:p>
      </dgm:t>
    </dgm:pt>
    <dgm:pt modelId="{51C0FB25-5427-4786-A280-C45EB54E0E8B}" type="sibTrans" cxnId="{1C6FDB84-BC94-4D1F-BB3A-7EC52D095C19}">
      <dgm:prSet/>
      <dgm:spPr/>
      <dgm:t>
        <a:bodyPr/>
        <a:lstStyle/>
        <a:p>
          <a:endParaRPr lang="en-US"/>
        </a:p>
      </dgm:t>
    </dgm:pt>
    <dgm:pt modelId="{DCFD71B9-0657-45E7-B327-E5284F7C33E3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7</a:t>
          </a:r>
          <a:r>
            <a:rPr lang="vi-VN" altLang="en-US"/>
            <a:t>. </a:t>
          </a:r>
          <a:r>
            <a:rPr lang="en-US" altLang="en-US"/>
            <a:t>Danh sách chấm công</a:t>
          </a:r>
          <a:endParaRPr lang="vi-VN" altLang="en-US"/>
        </a:p>
      </dgm:t>
    </dgm:pt>
    <dgm:pt modelId="{AD642C6B-9908-444B-95E4-E6141573EE07}" type="parTrans" cxnId="{19ABF8BE-D96D-41FA-8B98-0BB52718D715}">
      <dgm:prSet/>
      <dgm:spPr/>
      <dgm:t>
        <a:bodyPr/>
        <a:lstStyle/>
        <a:p>
          <a:endParaRPr lang="en-US"/>
        </a:p>
      </dgm:t>
    </dgm:pt>
    <dgm:pt modelId="{0C487E6F-2468-4EF1-A9E7-2D0204684EE4}" type="sibTrans" cxnId="{19ABF8BE-D96D-41FA-8B98-0BB52718D715}">
      <dgm:prSet/>
      <dgm:spPr/>
      <dgm:t>
        <a:bodyPr/>
        <a:lstStyle/>
        <a:p>
          <a:endParaRPr lang="en-US"/>
        </a:p>
      </dgm:t>
    </dgm:pt>
    <dgm:pt modelId="{1890E838-F14C-4623-AC32-8C05354E2A9A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/>
            <a:t>10. </a:t>
          </a:r>
          <a:r>
            <a:rPr lang="en-US" altLang="en-US"/>
            <a:t>Chức n</a:t>
          </a:r>
          <a:r>
            <a:rPr lang="" altLang="en-US"/>
            <a:t>ă</a:t>
          </a:r>
          <a:r>
            <a:rPr lang="en-US" altLang="en-US"/>
            <a:t>ng xem tình trạng </a:t>
          </a:r>
          <a:r>
            <a:rPr lang="" altLang="en-US"/>
            <a:t>đ</a:t>
          </a:r>
          <a:r>
            <a:rPr lang="en-US" altLang="en-US"/>
            <a:t>ơn yêu cầu t</a:t>
          </a:r>
          <a:r>
            <a:rPr lang="" altLang="en-US"/>
            <a:t>ă</a:t>
          </a:r>
          <a:r>
            <a:rPr lang="en-US" altLang="en-US"/>
            <a:t>ng ca và nghỉ phép</a:t>
          </a:r>
          <a:endParaRPr lang="en-US"/>
        </a:p>
      </dgm:t>
    </dgm:pt>
    <dgm:pt modelId="{8297EBF8-D8AC-4B6B-A183-2E3906A542C1}" type="parTrans" cxnId="{DEC49508-FDD5-42C8-80DB-9B4FE230ABD4}">
      <dgm:prSet/>
      <dgm:spPr/>
      <dgm:t>
        <a:bodyPr/>
        <a:lstStyle/>
        <a:p>
          <a:endParaRPr lang="en-US"/>
        </a:p>
      </dgm:t>
    </dgm:pt>
    <dgm:pt modelId="{2D043354-6691-458C-ABB9-FC496E908AC2}" type="sibTrans" cxnId="{DEC49508-FDD5-42C8-80DB-9B4FE230ABD4}">
      <dgm:prSet/>
      <dgm:spPr/>
      <dgm:t>
        <a:bodyPr/>
        <a:lstStyle/>
        <a:p>
          <a:endParaRPr lang="en-US"/>
        </a:p>
      </dgm:t>
    </dgm:pt>
    <dgm:pt modelId="{75DCCBCC-B4AC-4A5C-9F1A-AA4964C4241A}" type="pres">
      <dgm:prSet presAssocID="{803362C0-596B-40D5-9256-42AE352434F9}" presName="diagram" presStyleCnt="0">
        <dgm:presLayoutVars>
          <dgm:dir/>
          <dgm:resizeHandles val="exact"/>
        </dgm:presLayoutVars>
      </dgm:prSet>
      <dgm:spPr/>
    </dgm:pt>
    <dgm:pt modelId="{FF723151-24B9-4237-BD1C-72D991617D0F}" type="pres">
      <dgm:prSet presAssocID="{C2274D6B-6AD5-4C5F-9455-3B42E6B96108}" presName="node" presStyleLbl="node1" presStyleIdx="0" presStyleCnt="7">
        <dgm:presLayoutVars>
          <dgm:bulletEnabled val="1"/>
        </dgm:presLayoutVars>
      </dgm:prSet>
      <dgm:spPr/>
    </dgm:pt>
    <dgm:pt modelId="{8DD5CBA5-EEA9-4881-AEAF-5BBBCD883016}" type="pres">
      <dgm:prSet presAssocID="{F5D609DB-1BD9-455E-8A2F-62BD81EFA7FB}" presName="sibTrans" presStyleCnt="0"/>
      <dgm:spPr/>
    </dgm:pt>
    <dgm:pt modelId="{3464F618-1561-41E3-A293-0D694DC65A01}" type="pres">
      <dgm:prSet presAssocID="{8E0680F1-DFEE-4439-BE5A-9E5E1C5766AC}" presName="node" presStyleLbl="node1" presStyleIdx="1" presStyleCnt="7">
        <dgm:presLayoutVars>
          <dgm:bulletEnabled val="1"/>
        </dgm:presLayoutVars>
      </dgm:prSet>
      <dgm:spPr/>
    </dgm:pt>
    <dgm:pt modelId="{50477481-D84A-4B26-A7B1-044920B50274}" type="pres">
      <dgm:prSet presAssocID="{9B454E06-0D78-4E16-BCBE-3699E6ACE0B6}" presName="sibTrans" presStyleCnt="0"/>
      <dgm:spPr/>
    </dgm:pt>
    <dgm:pt modelId="{1248B9EA-8CF0-4E7B-B956-E1C2905D3B95}" type="pres">
      <dgm:prSet presAssocID="{BC4D3032-9A78-4757-9DC0-E7AD41F1E841}" presName="node" presStyleLbl="node1" presStyleIdx="2" presStyleCnt="7">
        <dgm:presLayoutVars>
          <dgm:bulletEnabled val="1"/>
        </dgm:presLayoutVars>
      </dgm:prSet>
      <dgm:spPr/>
    </dgm:pt>
    <dgm:pt modelId="{85DFB9C2-CE3C-478F-AC05-99C8CE31B95A}" type="pres">
      <dgm:prSet presAssocID="{EEE52ACE-98D9-4F19-842C-1036CDC636B5}" presName="sibTrans" presStyleCnt="0"/>
      <dgm:spPr/>
    </dgm:pt>
    <dgm:pt modelId="{E9C2D833-336D-465F-B60A-6F9E6FA410C0}" type="pres">
      <dgm:prSet presAssocID="{1AF2B25E-1237-475C-8F19-AD2E894EB416}" presName="node" presStyleLbl="node1" presStyleIdx="3" presStyleCnt="7">
        <dgm:presLayoutVars>
          <dgm:bulletEnabled val="1"/>
        </dgm:presLayoutVars>
      </dgm:prSet>
      <dgm:spPr/>
    </dgm:pt>
    <dgm:pt modelId="{4CA1FD28-9A20-4EBC-B025-4E96DF06E914}" type="pres">
      <dgm:prSet presAssocID="{E2D3E6CC-3C99-4F5A-AB20-DC567EC322D3}" presName="sibTrans" presStyleCnt="0"/>
      <dgm:spPr/>
    </dgm:pt>
    <dgm:pt modelId="{71B6441B-8F0F-4665-8681-7DFDCC82AA08}" type="pres">
      <dgm:prSet presAssocID="{E80000C8-907A-400F-8530-27AA414B0D8C}" presName="node" presStyleLbl="node1" presStyleIdx="4" presStyleCnt="7">
        <dgm:presLayoutVars>
          <dgm:bulletEnabled val="1"/>
        </dgm:presLayoutVars>
      </dgm:prSet>
      <dgm:spPr/>
    </dgm:pt>
    <dgm:pt modelId="{2B6FF542-A678-457A-9B9F-75F52A866D7D}" type="pres">
      <dgm:prSet presAssocID="{51C0FB25-5427-4786-A280-C45EB54E0E8B}" presName="sibTrans" presStyleCnt="0"/>
      <dgm:spPr/>
    </dgm:pt>
    <dgm:pt modelId="{6B5DC5DC-9744-474C-8691-F0B7F59DA4B5}" type="pres">
      <dgm:prSet presAssocID="{DCFD71B9-0657-45E7-B327-E5284F7C33E3}" presName="node" presStyleLbl="node1" presStyleIdx="5" presStyleCnt="7">
        <dgm:presLayoutVars>
          <dgm:bulletEnabled val="1"/>
        </dgm:presLayoutVars>
      </dgm:prSet>
      <dgm:spPr/>
    </dgm:pt>
    <dgm:pt modelId="{1EEC8864-3778-4F6C-9D34-E1F05B650F4A}" type="pres">
      <dgm:prSet presAssocID="{0C487E6F-2468-4EF1-A9E7-2D0204684EE4}" presName="sibTrans" presStyleCnt="0"/>
      <dgm:spPr/>
    </dgm:pt>
    <dgm:pt modelId="{E7F09B28-555F-439C-8B2C-7067421BC71B}" type="pres">
      <dgm:prSet presAssocID="{1890E838-F14C-4623-AC32-8C05354E2A9A}" presName="node" presStyleLbl="node1" presStyleIdx="6" presStyleCnt="7">
        <dgm:presLayoutVars>
          <dgm:bulletEnabled val="1"/>
        </dgm:presLayoutVars>
      </dgm:prSet>
      <dgm:spPr/>
    </dgm:pt>
  </dgm:ptLst>
  <dgm:cxnLst>
    <dgm:cxn modelId="{6B79AB02-AB75-4722-B53B-902E9C9A577C}" type="presOf" srcId="{BC4D3032-9A78-4757-9DC0-E7AD41F1E841}" destId="{1248B9EA-8CF0-4E7B-B956-E1C2905D3B95}" srcOrd="0" destOrd="0" presId="urn:microsoft.com/office/officeart/2005/8/layout/default#6"/>
    <dgm:cxn modelId="{AB961805-92CB-4943-A0D7-AB02B84E5384}" srcId="{803362C0-596B-40D5-9256-42AE352434F9}" destId="{8E0680F1-DFEE-4439-BE5A-9E5E1C5766AC}" srcOrd="1" destOrd="0" parTransId="{CCB3E97E-9053-446E-AD08-D67D6C4F6EE3}" sibTransId="{9B454E06-0D78-4E16-BCBE-3699E6ACE0B6}"/>
    <dgm:cxn modelId="{DEC49508-FDD5-42C8-80DB-9B4FE230ABD4}" srcId="{803362C0-596B-40D5-9256-42AE352434F9}" destId="{1890E838-F14C-4623-AC32-8C05354E2A9A}" srcOrd="6" destOrd="0" parTransId="{8297EBF8-D8AC-4B6B-A183-2E3906A542C1}" sibTransId="{2D043354-6691-458C-ABB9-FC496E908AC2}"/>
    <dgm:cxn modelId="{30517F34-EF49-4332-AEA3-3CBF91EC2A90}" srcId="{803362C0-596B-40D5-9256-42AE352434F9}" destId="{1AF2B25E-1237-475C-8F19-AD2E894EB416}" srcOrd="3" destOrd="0" parTransId="{FAD3EB9F-E934-45E3-9124-EB7A0C25DEDE}" sibTransId="{E2D3E6CC-3C99-4F5A-AB20-DC567EC322D3}"/>
    <dgm:cxn modelId="{1B162E3F-EF28-4AC2-B162-55E1AEE1A33B}" type="presOf" srcId="{E80000C8-907A-400F-8530-27AA414B0D8C}" destId="{71B6441B-8F0F-4665-8681-7DFDCC82AA08}" srcOrd="0" destOrd="0" presId="urn:microsoft.com/office/officeart/2005/8/layout/default#6"/>
    <dgm:cxn modelId="{59480B72-BE9C-4C40-A1CB-C0F76DFF076C}" type="presOf" srcId="{C2274D6B-6AD5-4C5F-9455-3B42E6B96108}" destId="{FF723151-24B9-4237-BD1C-72D991617D0F}" srcOrd="0" destOrd="0" presId="urn:microsoft.com/office/officeart/2005/8/layout/default#6"/>
    <dgm:cxn modelId="{E01DCA59-0600-472A-AAAC-C6858634C7A0}" srcId="{803362C0-596B-40D5-9256-42AE352434F9}" destId="{BC4D3032-9A78-4757-9DC0-E7AD41F1E841}" srcOrd="2" destOrd="0" parTransId="{1DAD3AA6-CB7C-4DF2-9C08-2D550FF3EC3B}" sibTransId="{EEE52ACE-98D9-4F19-842C-1036CDC636B5}"/>
    <dgm:cxn modelId="{1C6FDB84-BC94-4D1F-BB3A-7EC52D095C19}" srcId="{803362C0-596B-40D5-9256-42AE352434F9}" destId="{E80000C8-907A-400F-8530-27AA414B0D8C}" srcOrd="4" destOrd="0" parTransId="{05D0ADE0-FB61-4E52-A4C5-5748AFF91C11}" sibTransId="{51C0FB25-5427-4786-A280-C45EB54E0E8B}"/>
    <dgm:cxn modelId="{8E59958F-DD31-46D9-9144-F42E09714960}" type="presOf" srcId="{803362C0-596B-40D5-9256-42AE352434F9}" destId="{75DCCBCC-B4AC-4A5C-9F1A-AA4964C4241A}" srcOrd="0" destOrd="0" presId="urn:microsoft.com/office/officeart/2005/8/layout/default#6"/>
    <dgm:cxn modelId="{9FA4FE90-81D1-4DED-AB08-76DDF4603EFD}" type="presOf" srcId="{1890E838-F14C-4623-AC32-8C05354E2A9A}" destId="{E7F09B28-555F-439C-8B2C-7067421BC71B}" srcOrd="0" destOrd="0" presId="urn:microsoft.com/office/officeart/2005/8/layout/default#6"/>
    <dgm:cxn modelId="{5E7BF291-6A1D-41CA-BA9B-06ECA539E779}" type="presOf" srcId="{DCFD71B9-0657-45E7-B327-E5284F7C33E3}" destId="{6B5DC5DC-9744-474C-8691-F0B7F59DA4B5}" srcOrd="0" destOrd="0" presId="urn:microsoft.com/office/officeart/2005/8/layout/default#6"/>
    <dgm:cxn modelId="{1C90FE95-76C7-45EE-B18C-B29584F2D0DB}" type="presOf" srcId="{1AF2B25E-1237-475C-8F19-AD2E894EB416}" destId="{E9C2D833-336D-465F-B60A-6F9E6FA410C0}" srcOrd="0" destOrd="0" presId="urn:microsoft.com/office/officeart/2005/8/layout/default#6"/>
    <dgm:cxn modelId="{DA4A72AD-AF66-4997-ACF2-4C192EF4CD16}" type="presOf" srcId="{8E0680F1-DFEE-4439-BE5A-9E5E1C5766AC}" destId="{3464F618-1561-41E3-A293-0D694DC65A01}" srcOrd="0" destOrd="0" presId="urn:microsoft.com/office/officeart/2005/8/layout/default#6"/>
    <dgm:cxn modelId="{19ABF8BE-D96D-41FA-8B98-0BB52718D715}" srcId="{803362C0-596B-40D5-9256-42AE352434F9}" destId="{DCFD71B9-0657-45E7-B327-E5284F7C33E3}" srcOrd="5" destOrd="0" parTransId="{AD642C6B-9908-444B-95E4-E6141573EE07}" sibTransId="{0C487E6F-2468-4EF1-A9E7-2D0204684EE4}"/>
    <dgm:cxn modelId="{31CB3FDE-69E4-494D-A403-800841CD37D9}" srcId="{803362C0-596B-40D5-9256-42AE352434F9}" destId="{C2274D6B-6AD5-4C5F-9455-3B42E6B96108}" srcOrd="0" destOrd="0" parTransId="{7B993409-DC5C-4CE2-A836-00FC3E18897B}" sibTransId="{F5D609DB-1BD9-455E-8A2F-62BD81EFA7FB}"/>
    <dgm:cxn modelId="{854D4165-6674-4EF2-A34C-8F5E827FD878}" type="presParOf" srcId="{75DCCBCC-B4AC-4A5C-9F1A-AA4964C4241A}" destId="{FF723151-24B9-4237-BD1C-72D991617D0F}" srcOrd="0" destOrd="0" presId="urn:microsoft.com/office/officeart/2005/8/layout/default#6"/>
    <dgm:cxn modelId="{B2684C14-318D-4D77-ADB7-B26A5D24E23E}" type="presParOf" srcId="{75DCCBCC-B4AC-4A5C-9F1A-AA4964C4241A}" destId="{8DD5CBA5-EEA9-4881-AEAF-5BBBCD883016}" srcOrd="1" destOrd="0" presId="urn:microsoft.com/office/officeart/2005/8/layout/default#6"/>
    <dgm:cxn modelId="{51CCEDE5-B465-4349-A677-B7FE77D7A407}" type="presParOf" srcId="{75DCCBCC-B4AC-4A5C-9F1A-AA4964C4241A}" destId="{3464F618-1561-41E3-A293-0D694DC65A01}" srcOrd="2" destOrd="0" presId="urn:microsoft.com/office/officeart/2005/8/layout/default#6"/>
    <dgm:cxn modelId="{F446CC8F-C83F-4465-B8F2-F85C60480230}" type="presParOf" srcId="{75DCCBCC-B4AC-4A5C-9F1A-AA4964C4241A}" destId="{50477481-D84A-4B26-A7B1-044920B50274}" srcOrd="3" destOrd="0" presId="urn:microsoft.com/office/officeart/2005/8/layout/default#6"/>
    <dgm:cxn modelId="{575EF802-F8F6-4196-952A-0808EAC8ABB6}" type="presParOf" srcId="{75DCCBCC-B4AC-4A5C-9F1A-AA4964C4241A}" destId="{1248B9EA-8CF0-4E7B-B956-E1C2905D3B95}" srcOrd="4" destOrd="0" presId="urn:microsoft.com/office/officeart/2005/8/layout/default#6"/>
    <dgm:cxn modelId="{24456D46-AAD9-4C17-B332-0BB21AC1EA95}" type="presParOf" srcId="{75DCCBCC-B4AC-4A5C-9F1A-AA4964C4241A}" destId="{85DFB9C2-CE3C-478F-AC05-99C8CE31B95A}" srcOrd="5" destOrd="0" presId="urn:microsoft.com/office/officeart/2005/8/layout/default#6"/>
    <dgm:cxn modelId="{C89D80BC-F5F0-467C-8061-717407725403}" type="presParOf" srcId="{75DCCBCC-B4AC-4A5C-9F1A-AA4964C4241A}" destId="{E9C2D833-336D-465F-B60A-6F9E6FA410C0}" srcOrd="6" destOrd="0" presId="urn:microsoft.com/office/officeart/2005/8/layout/default#6"/>
    <dgm:cxn modelId="{59D92C87-A532-4CF0-9006-E3BB862CB2BC}" type="presParOf" srcId="{75DCCBCC-B4AC-4A5C-9F1A-AA4964C4241A}" destId="{4CA1FD28-9A20-4EBC-B025-4E96DF06E914}" srcOrd="7" destOrd="0" presId="urn:microsoft.com/office/officeart/2005/8/layout/default#6"/>
    <dgm:cxn modelId="{7A2C5132-3B68-4BFA-9BAF-4AA4D329DC1C}" type="presParOf" srcId="{75DCCBCC-B4AC-4A5C-9F1A-AA4964C4241A}" destId="{71B6441B-8F0F-4665-8681-7DFDCC82AA08}" srcOrd="8" destOrd="0" presId="urn:microsoft.com/office/officeart/2005/8/layout/default#6"/>
    <dgm:cxn modelId="{7CD53AE3-C1A9-4AF1-A11C-824FA7DF65AE}" type="presParOf" srcId="{75DCCBCC-B4AC-4A5C-9F1A-AA4964C4241A}" destId="{2B6FF542-A678-457A-9B9F-75F52A866D7D}" srcOrd="9" destOrd="0" presId="urn:microsoft.com/office/officeart/2005/8/layout/default#6"/>
    <dgm:cxn modelId="{DD8334BD-026D-4F7F-8779-DA9CC98F1B3D}" type="presParOf" srcId="{75DCCBCC-B4AC-4A5C-9F1A-AA4964C4241A}" destId="{6B5DC5DC-9744-474C-8691-F0B7F59DA4B5}" srcOrd="10" destOrd="0" presId="urn:microsoft.com/office/officeart/2005/8/layout/default#6"/>
    <dgm:cxn modelId="{620CB6DB-EC5A-4558-89DB-44768A4D1ABB}" type="presParOf" srcId="{75DCCBCC-B4AC-4A5C-9F1A-AA4964C4241A}" destId="{1EEC8864-3778-4F6C-9D34-E1F05B650F4A}" srcOrd="11" destOrd="0" presId="urn:microsoft.com/office/officeart/2005/8/layout/default#6"/>
    <dgm:cxn modelId="{729D84B9-DB2D-4487-90A7-BFC514D8A832}" type="presParOf" srcId="{75DCCBCC-B4AC-4A5C-9F1A-AA4964C4241A}" destId="{E7F09B28-555F-439C-8B2C-7067421BC71B}" srcOrd="12" destOrd="0" presId="urn:microsoft.com/office/officeart/2005/8/layout/default#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03362C0-596B-40D5-9256-42AE352434F9}" type="doc">
      <dgm:prSet loTypeId="urn:microsoft.com/office/officeart/2005/8/layout/default#7" loCatId="list" qsTypeId="urn:microsoft.com/office/officeart/2005/8/quickstyle/simple1#19" qsCatId="simple" csTypeId="urn:microsoft.com/office/officeart/2005/8/colors/accent1_1#13" csCatId="accent1" phldr="1"/>
      <dgm:spPr/>
      <dgm:t>
        <a:bodyPr/>
        <a:lstStyle/>
        <a:p>
          <a:endParaRPr lang="en-US"/>
        </a:p>
      </dgm:t>
    </dgm:pt>
    <dgm:pt modelId="{C2274D6B-6AD5-4C5F-9455-3B42E6B96108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vi-VN" altLang="en-US"/>
            <a:t>1. </a:t>
          </a:r>
        </a:p>
      </dgm:t>
    </dgm:pt>
    <dgm:pt modelId="{7B993409-DC5C-4CE2-A836-00FC3E18897B}" type="parTrans" cxnId="{AF5780CB-890E-404D-9625-E4B14B3610BC}">
      <dgm:prSet/>
      <dgm:spPr/>
      <dgm:t>
        <a:bodyPr/>
        <a:lstStyle/>
        <a:p>
          <a:endParaRPr lang="en-US"/>
        </a:p>
      </dgm:t>
    </dgm:pt>
    <dgm:pt modelId="{F5D609DB-1BD9-455E-8A2F-62BD81EFA7FB}" type="sibTrans" cxnId="{AF5780CB-890E-404D-9625-E4B14B3610BC}">
      <dgm:prSet/>
      <dgm:spPr/>
      <dgm:t>
        <a:bodyPr/>
        <a:lstStyle/>
        <a:p>
          <a:endParaRPr lang="en-US"/>
        </a:p>
      </dgm:t>
    </dgm:pt>
    <dgm:pt modelId="{8E0680F1-DFEE-4439-BE5A-9E5E1C5766AC}">
      <dgm:prSet/>
      <dgm:spPr/>
      <dgm:t>
        <a:bodyPr/>
        <a:lstStyle/>
        <a:p>
          <a:r>
            <a:rPr lang="en-US" b="0" i="0" baseline="0"/>
            <a:t>Đăng tin với tùy chọn dịch vụ nâng cao </a:t>
          </a:r>
          <a:endParaRPr lang="en-US"/>
        </a:p>
      </dgm:t>
    </dgm:pt>
    <dgm:pt modelId="{CCB3E97E-9053-446E-AD08-D67D6C4F6EE3}" type="parTrans" cxnId="{CDD369CD-5578-4F06-BF95-B283169E584C}">
      <dgm:prSet/>
      <dgm:spPr/>
      <dgm:t>
        <a:bodyPr/>
        <a:lstStyle/>
        <a:p>
          <a:endParaRPr lang="en-US"/>
        </a:p>
      </dgm:t>
    </dgm:pt>
    <dgm:pt modelId="{9B454E06-0D78-4E16-BCBE-3699E6ACE0B6}" type="sibTrans" cxnId="{CDD369CD-5578-4F06-BF95-B283169E584C}">
      <dgm:prSet/>
      <dgm:spPr/>
      <dgm:t>
        <a:bodyPr/>
        <a:lstStyle/>
        <a:p>
          <a:endParaRPr lang="en-US"/>
        </a:p>
      </dgm:t>
    </dgm:pt>
    <dgm:pt modelId="{D3A720AB-0B5F-45FF-AC3B-E0CE57747A6B}">
      <dgm:prSet/>
      <dgm:spPr/>
      <dgm:t>
        <a:bodyPr/>
        <a:lstStyle/>
        <a:p>
          <a:r>
            <a:rPr lang="en-US" b="0" i="0" baseline="0"/>
            <a:t>Hệ thống quản lý ứng viên thông minh </a:t>
          </a:r>
          <a:endParaRPr lang="en-US"/>
        </a:p>
      </dgm:t>
    </dgm:pt>
    <dgm:pt modelId="{D838307D-C1FD-4780-AC36-F484191186FB}" type="parTrans" cxnId="{1A786344-11A7-4E25-AC00-1872EEFA6A71}">
      <dgm:prSet/>
      <dgm:spPr/>
      <dgm:t>
        <a:bodyPr/>
        <a:lstStyle/>
        <a:p>
          <a:endParaRPr lang="en-US"/>
        </a:p>
      </dgm:t>
    </dgm:pt>
    <dgm:pt modelId="{587F0CC9-0CA6-4A48-9D04-0EA586B5014F}" type="sibTrans" cxnId="{1A786344-11A7-4E25-AC00-1872EEFA6A71}">
      <dgm:prSet/>
      <dgm:spPr/>
      <dgm:t>
        <a:bodyPr/>
        <a:lstStyle/>
        <a:p>
          <a:endParaRPr lang="en-US"/>
        </a:p>
      </dgm:t>
    </dgm:pt>
    <dgm:pt modelId="{DCFD71B9-0657-45E7-B327-E5284F7C33E3}">
      <dgm:prSet/>
      <dgm:spPr/>
      <dgm:t>
        <a:bodyPr/>
        <a:lstStyle/>
        <a:p>
          <a:r>
            <a:rPr lang="en-US" b="0" i="0" baseline="0"/>
            <a:t>Công cụ </a:t>
          </a:r>
          <a:r>
            <a:rPr lang="en-US"/>
            <a:t>đặt</a:t>
          </a:r>
          <a:r>
            <a:rPr lang="en-US" b="0" i="0" baseline="0"/>
            <a:t> lịch phỏng vấn</a:t>
          </a:r>
          <a:endParaRPr lang="en-US"/>
        </a:p>
      </dgm:t>
    </dgm:pt>
    <dgm:pt modelId="{AD642C6B-9908-444B-95E4-E6141573EE07}" type="parTrans" cxnId="{52EA9CD3-1D0E-4187-9AAF-48AD65EBA93D}">
      <dgm:prSet/>
      <dgm:spPr/>
      <dgm:t>
        <a:bodyPr/>
        <a:lstStyle/>
        <a:p>
          <a:endParaRPr lang="en-US"/>
        </a:p>
      </dgm:t>
    </dgm:pt>
    <dgm:pt modelId="{0C487E6F-2468-4EF1-A9E7-2D0204684EE4}" type="sibTrans" cxnId="{52EA9CD3-1D0E-4187-9AAF-48AD65EBA93D}">
      <dgm:prSet/>
      <dgm:spPr/>
      <dgm:t>
        <a:bodyPr/>
        <a:lstStyle/>
        <a:p>
          <a:endParaRPr lang="en-US"/>
        </a:p>
      </dgm:t>
    </dgm:pt>
    <dgm:pt modelId="{68678236-2491-4F5E-81CB-83BB8A4B88F6}">
      <dgm:prSet/>
      <dgm:spPr/>
      <dgm:t>
        <a:bodyPr/>
        <a:lstStyle/>
        <a:p>
          <a:r>
            <a:rPr lang="en-US" b="0" i="0" baseline="0"/>
            <a:t>Theo dõi tiến trình tuyển dụng trực quan </a:t>
          </a:r>
          <a:endParaRPr lang="en-US"/>
        </a:p>
      </dgm:t>
    </dgm:pt>
    <dgm:pt modelId="{DD40F368-5201-48F9-89ED-BD207163C849}" type="parTrans" cxnId="{42F30AE4-F25C-468A-B0A7-CF5C9A9FDFFD}">
      <dgm:prSet/>
      <dgm:spPr/>
      <dgm:t>
        <a:bodyPr/>
        <a:lstStyle/>
        <a:p>
          <a:endParaRPr lang="en-US"/>
        </a:p>
      </dgm:t>
    </dgm:pt>
    <dgm:pt modelId="{E80D847E-9014-4C53-A337-1D1F973CAAA3}" type="sibTrans" cxnId="{42F30AE4-F25C-468A-B0A7-CF5C9A9FDFFD}">
      <dgm:prSet/>
      <dgm:spPr/>
      <dgm:t>
        <a:bodyPr/>
        <a:lstStyle/>
        <a:p>
          <a:endParaRPr lang="en-US"/>
        </a:p>
      </dgm:t>
    </dgm:pt>
    <dgm:pt modelId="{2F84C049-882D-4712-A082-3184624567AF}">
      <dgm:prSet/>
      <dgm:spPr/>
      <dgm:t>
        <a:bodyPr/>
        <a:lstStyle/>
        <a:p>
          <a:r>
            <a:rPr lang="en-US" b="0" i="0" baseline="0"/>
            <a:t>Nâng cấp tài khoản doanh nghiệp linh hoạt </a:t>
          </a:r>
          <a:endParaRPr lang="en-US"/>
        </a:p>
      </dgm:t>
    </dgm:pt>
    <dgm:pt modelId="{072EE3BB-2B94-4008-AE6A-6149D9D2C2A2}" type="parTrans" cxnId="{005670DD-0C70-4098-A7E2-DDD973A506B5}">
      <dgm:prSet/>
      <dgm:spPr/>
      <dgm:t>
        <a:bodyPr/>
        <a:lstStyle/>
        <a:p>
          <a:endParaRPr lang="en-US"/>
        </a:p>
      </dgm:t>
    </dgm:pt>
    <dgm:pt modelId="{8BEA8E4B-7644-42C9-963E-A2481BFBFF50}" type="sibTrans" cxnId="{005670DD-0C70-4098-A7E2-DDD973A506B5}">
      <dgm:prSet/>
      <dgm:spPr/>
      <dgm:t>
        <a:bodyPr/>
        <a:lstStyle/>
        <a:p>
          <a:endParaRPr lang="en-US"/>
        </a:p>
      </dgm:t>
    </dgm:pt>
    <dgm:pt modelId="{1890E838-F14C-4623-AC32-8C05354E2A9A}">
      <dgm:prSet/>
      <dgm:spPr/>
      <dgm:t>
        <a:bodyPr/>
        <a:lstStyle/>
        <a:p>
          <a:r>
            <a:rPr lang="en-US" b="0" i="0" baseline="0"/>
            <a:t>Thống kê và báo cáo chi tiết </a:t>
          </a:r>
          <a:endParaRPr lang="en-US"/>
        </a:p>
      </dgm:t>
    </dgm:pt>
    <dgm:pt modelId="{8297EBF8-D8AC-4B6B-A183-2E3906A542C1}" type="parTrans" cxnId="{26EAA56F-F48F-49B1-99FD-40641A4B0586}">
      <dgm:prSet/>
      <dgm:spPr/>
      <dgm:t>
        <a:bodyPr/>
        <a:lstStyle/>
        <a:p>
          <a:endParaRPr lang="en-US"/>
        </a:p>
      </dgm:t>
    </dgm:pt>
    <dgm:pt modelId="{2D043354-6691-458C-ABB9-FC496E908AC2}" type="sibTrans" cxnId="{26EAA56F-F48F-49B1-99FD-40641A4B0586}">
      <dgm:prSet/>
      <dgm:spPr/>
      <dgm:t>
        <a:bodyPr/>
        <a:lstStyle/>
        <a:p>
          <a:endParaRPr lang="en-US"/>
        </a:p>
      </dgm:t>
    </dgm:pt>
    <dgm:pt modelId="{75DCCBCC-B4AC-4A5C-9F1A-AA4964C4241A}" type="pres">
      <dgm:prSet presAssocID="{803362C0-596B-40D5-9256-42AE352434F9}" presName="diagram" presStyleCnt="0">
        <dgm:presLayoutVars>
          <dgm:dir/>
          <dgm:resizeHandles val="exact"/>
        </dgm:presLayoutVars>
      </dgm:prSet>
      <dgm:spPr/>
    </dgm:pt>
    <dgm:pt modelId="{FF723151-24B9-4237-BD1C-72D991617D0F}" type="pres">
      <dgm:prSet presAssocID="{C2274D6B-6AD5-4C5F-9455-3B42E6B96108}" presName="node" presStyleLbl="node1" presStyleIdx="0" presStyleCnt="7">
        <dgm:presLayoutVars>
          <dgm:bulletEnabled val="1"/>
        </dgm:presLayoutVars>
      </dgm:prSet>
      <dgm:spPr/>
    </dgm:pt>
    <dgm:pt modelId="{8DD5CBA5-EEA9-4881-AEAF-5BBBCD883016}" type="pres">
      <dgm:prSet presAssocID="{F5D609DB-1BD9-455E-8A2F-62BD81EFA7FB}" presName="sibTrans" presStyleCnt="0"/>
      <dgm:spPr/>
    </dgm:pt>
    <dgm:pt modelId="{3464F618-1561-41E3-A293-0D694DC65A01}" type="pres">
      <dgm:prSet presAssocID="{8E0680F1-DFEE-4439-BE5A-9E5E1C5766AC}" presName="node" presStyleLbl="node1" presStyleIdx="1" presStyleCnt="7">
        <dgm:presLayoutVars>
          <dgm:bulletEnabled val="1"/>
        </dgm:presLayoutVars>
      </dgm:prSet>
      <dgm:spPr/>
    </dgm:pt>
    <dgm:pt modelId="{50477481-D84A-4B26-A7B1-044920B50274}" type="pres">
      <dgm:prSet presAssocID="{9B454E06-0D78-4E16-BCBE-3699E6ACE0B6}" presName="sibTrans" presStyleCnt="0"/>
      <dgm:spPr/>
    </dgm:pt>
    <dgm:pt modelId="{190CB27F-A395-47EE-956C-98CB90851956}" type="pres">
      <dgm:prSet presAssocID="{D3A720AB-0B5F-45FF-AC3B-E0CE57747A6B}" presName="node" presStyleLbl="node1" presStyleIdx="2" presStyleCnt="7">
        <dgm:presLayoutVars>
          <dgm:bulletEnabled val="1"/>
        </dgm:presLayoutVars>
      </dgm:prSet>
      <dgm:spPr/>
    </dgm:pt>
    <dgm:pt modelId="{D7D1BC74-BBFB-429A-80FF-658AB3680393}" type="pres">
      <dgm:prSet presAssocID="{587F0CC9-0CA6-4A48-9D04-0EA586B5014F}" presName="sibTrans" presStyleCnt="0"/>
      <dgm:spPr/>
    </dgm:pt>
    <dgm:pt modelId="{6B5DC5DC-9744-474C-8691-F0B7F59DA4B5}" type="pres">
      <dgm:prSet presAssocID="{DCFD71B9-0657-45E7-B327-E5284F7C33E3}" presName="node" presStyleLbl="node1" presStyleIdx="3" presStyleCnt="7">
        <dgm:presLayoutVars>
          <dgm:bulletEnabled val="1"/>
        </dgm:presLayoutVars>
      </dgm:prSet>
      <dgm:spPr/>
    </dgm:pt>
    <dgm:pt modelId="{1EEC8864-3778-4F6C-9D34-E1F05B650F4A}" type="pres">
      <dgm:prSet presAssocID="{0C487E6F-2468-4EF1-A9E7-2D0204684EE4}" presName="sibTrans" presStyleCnt="0"/>
      <dgm:spPr/>
    </dgm:pt>
    <dgm:pt modelId="{007615E3-668D-4BC0-A34B-B9E3BABDFB6B}" type="pres">
      <dgm:prSet presAssocID="{68678236-2491-4F5E-81CB-83BB8A4B88F6}" presName="node" presStyleLbl="node1" presStyleIdx="4" presStyleCnt="7">
        <dgm:presLayoutVars>
          <dgm:bulletEnabled val="1"/>
        </dgm:presLayoutVars>
      </dgm:prSet>
      <dgm:spPr/>
    </dgm:pt>
    <dgm:pt modelId="{CA094ACD-DFC2-4DDF-90C8-CC4BF3BB0AA1}" type="pres">
      <dgm:prSet presAssocID="{E80D847E-9014-4C53-A337-1D1F973CAAA3}" presName="sibTrans" presStyleCnt="0"/>
      <dgm:spPr/>
    </dgm:pt>
    <dgm:pt modelId="{9D28F3E0-9D75-4355-9259-402C692E8063}" type="pres">
      <dgm:prSet presAssocID="{2F84C049-882D-4712-A082-3184624567AF}" presName="node" presStyleLbl="node1" presStyleIdx="5" presStyleCnt="7">
        <dgm:presLayoutVars>
          <dgm:bulletEnabled val="1"/>
        </dgm:presLayoutVars>
      </dgm:prSet>
      <dgm:spPr/>
    </dgm:pt>
    <dgm:pt modelId="{A3FB16BF-2E7A-43DA-B132-E35E6C34B44A}" type="pres">
      <dgm:prSet presAssocID="{8BEA8E4B-7644-42C9-963E-A2481BFBFF50}" presName="sibTrans" presStyleCnt="0"/>
      <dgm:spPr/>
    </dgm:pt>
    <dgm:pt modelId="{E7F09B28-555F-439C-8B2C-7067421BC71B}" type="pres">
      <dgm:prSet presAssocID="{1890E838-F14C-4623-AC32-8C05354E2A9A}" presName="node" presStyleLbl="node1" presStyleIdx="6" presStyleCnt="7">
        <dgm:presLayoutVars>
          <dgm:bulletEnabled val="1"/>
        </dgm:presLayoutVars>
      </dgm:prSet>
      <dgm:spPr/>
    </dgm:pt>
  </dgm:ptLst>
  <dgm:cxnLst>
    <dgm:cxn modelId="{F7C43C27-2783-42E4-A1F4-9D9B778CBFE4}" type="presOf" srcId="{1890E838-F14C-4623-AC32-8C05354E2A9A}" destId="{E7F09B28-555F-439C-8B2C-7067421BC71B}" srcOrd="0" destOrd="0" presId="urn:microsoft.com/office/officeart/2005/8/layout/default#7"/>
    <dgm:cxn modelId="{1A786344-11A7-4E25-AC00-1872EEFA6A71}" srcId="{803362C0-596B-40D5-9256-42AE352434F9}" destId="{D3A720AB-0B5F-45FF-AC3B-E0CE57747A6B}" srcOrd="2" destOrd="0" parTransId="{D838307D-C1FD-4780-AC36-F484191186FB}" sibTransId="{587F0CC9-0CA6-4A48-9D04-0EA586B5014F}"/>
    <dgm:cxn modelId="{26EAA56F-F48F-49B1-99FD-40641A4B0586}" srcId="{803362C0-596B-40D5-9256-42AE352434F9}" destId="{1890E838-F14C-4623-AC32-8C05354E2A9A}" srcOrd="6" destOrd="0" parTransId="{8297EBF8-D8AC-4B6B-A183-2E3906A542C1}" sibTransId="{2D043354-6691-458C-ABB9-FC496E908AC2}"/>
    <dgm:cxn modelId="{BA3E9E55-DB92-4359-BB09-B05122CBE403}" type="presOf" srcId="{803362C0-596B-40D5-9256-42AE352434F9}" destId="{75DCCBCC-B4AC-4A5C-9F1A-AA4964C4241A}" srcOrd="0" destOrd="0" presId="urn:microsoft.com/office/officeart/2005/8/layout/default#7"/>
    <dgm:cxn modelId="{EF7E877B-8D98-446E-82A3-FE491862BE55}" type="presOf" srcId="{D3A720AB-0B5F-45FF-AC3B-E0CE57747A6B}" destId="{190CB27F-A395-47EE-956C-98CB90851956}" srcOrd="0" destOrd="0" presId="urn:microsoft.com/office/officeart/2005/8/layout/default#7"/>
    <dgm:cxn modelId="{2E9A6895-4CC9-4B37-B2EF-F84B0AC9C043}" type="presOf" srcId="{C2274D6B-6AD5-4C5F-9455-3B42E6B96108}" destId="{FF723151-24B9-4237-BD1C-72D991617D0F}" srcOrd="0" destOrd="0" presId="urn:microsoft.com/office/officeart/2005/8/layout/default#7"/>
    <dgm:cxn modelId="{7A27D396-13E4-4632-A4EC-44CFDF94D945}" type="presOf" srcId="{8E0680F1-DFEE-4439-BE5A-9E5E1C5766AC}" destId="{3464F618-1561-41E3-A293-0D694DC65A01}" srcOrd="0" destOrd="0" presId="urn:microsoft.com/office/officeart/2005/8/layout/default#7"/>
    <dgm:cxn modelId="{327811A5-1B34-42A8-8725-4D30C689798E}" type="presOf" srcId="{DCFD71B9-0657-45E7-B327-E5284F7C33E3}" destId="{6B5DC5DC-9744-474C-8691-F0B7F59DA4B5}" srcOrd="0" destOrd="0" presId="urn:microsoft.com/office/officeart/2005/8/layout/default#7"/>
    <dgm:cxn modelId="{E8A8FCAE-2E58-4E2E-B983-9F1BEA603BDA}" type="presOf" srcId="{2F84C049-882D-4712-A082-3184624567AF}" destId="{9D28F3E0-9D75-4355-9259-402C692E8063}" srcOrd="0" destOrd="0" presId="urn:microsoft.com/office/officeart/2005/8/layout/default#7"/>
    <dgm:cxn modelId="{597D7FC3-E542-47D3-928C-7A7BC7B4351A}" type="presOf" srcId="{68678236-2491-4F5E-81CB-83BB8A4B88F6}" destId="{007615E3-668D-4BC0-A34B-B9E3BABDFB6B}" srcOrd="0" destOrd="0" presId="urn:microsoft.com/office/officeart/2005/8/layout/default#7"/>
    <dgm:cxn modelId="{AF5780CB-890E-404D-9625-E4B14B3610BC}" srcId="{803362C0-596B-40D5-9256-42AE352434F9}" destId="{C2274D6B-6AD5-4C5F-9455-3B42E6B96108}" srcOrd="0" destOrd="0" parTransId="{7B993409-DC5C-4CE2-A836-00FC3E18897B}" sibTransId="{F5D609DB-1BD9-455E-8A2F-62BD81EFA7FB}"/>
    <dgm:cxn modelId="{CDD369CD-5578-4F06-BF95-B283169E584C}" srcId="{803362C0-596B-40D5-9256-42AE352434F9}" destId="{8E0680F1-DFEE-4439-BE5A-9E5E1C5766AC}" srcOrd="1" destOrd="0" parTransId="{CCB3E97E-9053-446E-AD08-D67D6C4F6EE3}" sibTransId="{9B454E06-0D78-4E16-BCBE-3699E6ACE0B6}"/>
    <dgm:cxn modelId="{52EA9CD3-1D0E-4187-9AAF-48AD65EBA93D}" srcId="{803362C0-596B-40D5-9256-42AE352434F9}" destId="{DCFD71B9-0657-45E7-B327-E5284F7C33E3}" srcOrd="3" destOrd="0" parTransId="{AD642C6B-9908-444B-95E4-E6141573EE07}" sibTransId="{0C487E6F-2468-4EF1-A9E7-2D0204684EE4}"/>
    <dgm:cxn modelId="{005670DD-0C70-4098-A7E2-DDD973A506B5}" srcId="{803362C0-596B-40D5-9256-42AE352434F9}" destId="{2F84C049-882D-4712-A082-3184624567AF}" srcOrd="5" destOrd="0" parTransId="{072EE3BB-2B94-4008-AE6A-6149D9D2C2A2}" sibTransId="{8BEA8E4B-7644-42C9-963E-A2481BFBFF50}"/>
    <dgm:cxn modelId="{42F30AE4-F25C-468A-B0A7-CF5C9A9FDFFD}" srcId="{803362C0-596B-40D5-9256-42AE352434F9}" destId="{68678236-2491-4F5E-81CB-83BB8A4B88F6}" srcOrd="4" destOrd="0" parTransId="{DD40F368-5201-48F9-89ED-BD207163C849}" sibTransId="{E80D847E-9014-4C53-A337-1D1F973CAAA3}"/>
    <dgm:cxn modelId="{4917A006-7286-43DD-9F1F-C7F4FFB66685}" type="presParOf" srcId="{75DCCBCC-B4AC-4A5C-9F1A-AA4964C4241A}" destId="{FF723151-24B9-4237-BD1C-72D991617D0F}" srcOrd="0" destOrd="0" presId="urn:microsoft.com/office/officeart/2005/8/layout/default#7"/>
    <dgm:cxn modelId="{6D535E1B-0DD3-442C-972C-2990E3A76065}" type="presParOf" srcId="{75DCCBCC-B4AC-4A5C-9F1A-AA4964C4241A}" destId="{8DD5CBA5-EEA9-4881-AEAF-5BBBCD883016}" srcOrd="1" destOrd="0" presId="urn:microsoft.com/office/officeart/2005/8/layout/default#7"/>
    <dgm:cxn modelId="{BEABA1BD-572B-42CB-9E88-D81BB5900468}" type="presParOf" srcId="{75DCCBCC-B4AC-4A5C-9F1A-AA4964C4241A}" destId="{3464F618-1561-41E3-A293-0D694DC65A01}" srcOrd="2" destOrd="0" presId="urn:microsoft.com/office/officeart/2005/8/layout/default#7"/>
    <dgm:cxn modelId="{B0776950-73C2-44DF-B6B2-2BC151517C8B}" type="presParOf" srcId="{75DCCBCC-B4AC-4A5C-9F1A-AA4964C4241A}" destId="{50477481-D84A-4B26-A7B1-044920B50274}" srcOrd="3" destOrd="0" presId="urn:microsoft.com/office/officeart/2005/8/layout/default#7"/>
    <dgm:cxn modelId="{B2C1FA37-2404-4DAC-A10B-B8B9FAC1081D}" type="presParOf" srcId="{75DCCBCC-B4AC-4A5C-9F1A-AA4964C4241A}" destId="{190CB27F-A395-47EE-956C-98CB90851956}" srcOrd="4" destOrd="0" presId="urn:microsoft.com/office/officeart/2005/8/layout/default#7"/>
    <dgm:cxn modelId="{F82FDF44-7E09-4F98-B081-25A208E43027}" type="presParOf" srcId="{75DCCBCC-B4AC-4A5C-9F1A-AA4964C4241A}" destId="{D7D1BC74-BBFB-429A-80FF-658AB3680393}" srcOrd="5" destOrd="0" presId="urn:microsoft.com/office/officeart/2005/8/layout/default#7"/>
    <dgm:cxn modelId="{C31FD7C1-F156-4751-AB77-EA96608CB45B}" type="presParOf" srcId="{75DCCBCC-B4AC-4A5C-9F1A-AA4964C4241A}" destId="{6B5DC5DC-9744-474C-8691-F0B7F59DA4B5}" srcOrd="6" destOrd="0" presId="urn:microsoft.com/office/officeart/2005/8/layout/default#7"/>
    <dgm:cxn modelId="{F46434B8-759E-4F89-9CFD-8B7A0C6A8C25}" type="presParOf" srcId="{75DCCBCC-B4AC-4A5C-9F1A-AA4964C4241A}" destId="{1EEC8864-3778-4F6C-9D34-E1F05B650F4A}" srcOrd="7" destOrd="0" presId="urn:microsoft.com/office/officeart/2005/8/layout/default#7"/>
    <dgm:cxn modelId="{C0D50A0B-6465-40CD-8D1A-372F683EE21A}" type="presParOf" srcId="{75DCCBCC-B4AC-4A5C-9F1A-AA4964C4241A}" destId="{007615E3-668D-4BC0-A34B-B9E3BABDFB6B}" srcOrd="8" destOrd="0" presId="urn:microsoft.com/office/officeart/2005/8/layout/default#7"/>
    <dgm:cxn modelId="{3BF5207E-F2C7-4C87-8460-16A4A776199B}" type="presParOf" srcId="{75DCCBCC-B4AC-4A5C-9F1A-AA4964C4241A}" destId="{CA094ACD-DFC2-4DDF-90C8-CC4BF3BB0AA1}" srcOrd="9" destOrd="0" presId="urn:microsoft.com/office/officeart/2005/8/layout/default#7"/>
    <dgm:cxn modelId="{36513551-0AFD-453B-BC4B-1B22433A44E2}" type="presParOf" srcId="{75DCCBCC-B4AC-4A5C-9F1A-AA4964C4241A}" destId="{9D28F3E0-9D75-4355-9259-402C692E8063}" srcOrd="10" destOrd="0" presId="urn:microsoft.com/office/officeart/2005/8/layout/default#7"/>
    <dgm:cxn modelId="{EA321266-294F-4873-A91B-570D9D748E41}" type="presParOf" srcId="{75DCCBCC-B4AC-4A5C-9F1A-AA4964C4241A}" destId="{A3FB16BF-2E7A-43DA-B132-E35E6C34B44A}" srcOrd="11" destOrd="0" presId="urn:microsoft.com/office/officeart/2005/8/layout/default#7"/>
    <dgm:cxn modelId="{7242238C-1772-44E0-B0B0-E8E1863C1734}" type="presParOf" srcId="{75DCCBCC-B4AC-4A5C-9F1A-AA4964C4241A}" destId="{E7F09B28-555F-439C-8B2C-7067421BC71B}" srcOrd="12" destOrd="0" presId="urn:microsoft.com/office/officeart/2005/8/layout/default#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03362C0-596B-40D5-9256-42AE352434F9}" type="doc">
      <dgm:prSet loTypeId="urn:microsoft.com/office/officeart/2005/8/layout/default#8" loCatId="list" qsTypeId="urn:microsoft.com/office/officeart/2005/8/quickstyle/simple1#20" qsCatId="simple" csTypeId="urn:microsoft.com/office/officeart/2005/8/colors/accent1_1#14" csCatId="accent1" phldr="1"/>
      <dgm:spPr/>
      <dgm:t>
        <a:bodyPr/>
        <a:lstStyle/>
        <a:p>
          <a:endParaRPr lang="en-US"/>
        </a:p>
      </dgm:t>
    </dgm:pt>
    <dgm:pt modelId="{C2274D6B-6AD5-4C5F-9455-3B42E6B96108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11</a:t>
          </a:r>
          <a:r>
            <a:rPr lang="vi-VN" altLang="en-US"/>
            <a:t>. </a:t>
          </a:r>
          <a:r>
            <a:rPr lang="en-US" altLang="en-US"/>
            <a:t>Chức n</a:t>
          </a:r>
          <a:r>
            <a:rPr lang="" altLang="en-US"/>
            <a:t>ă</a:t>
          </a:r>
          <a:r>
            <a:rPr lang="en-US" altLang="en-US"/>
            <a:t>ng </a:t>
          </a:r>
          <a:r>
            <a:rPr lang="" altLang="en-US"/>
            <a:t>đ</a:t>
          </a:r>
          <a:r>
            <a:rPr lang="en-US" altLang="en-US"/>
            <a:t>ổi ph</a:t>
          </a:r>
          <a:r>
            <a:rPr lang="" altLang="en-US"/>
            <a:t>ư</a:t>
          </a:r>
          <a:r>
            <a:rPr lang="en-US" altLang="en-US"/>
            <a:t>ơng thức </a:t>
          </a:r>
          <a:r>
            <a:rPr lang="" altLang="en-US"/>
            <a:t>đ</a:t>
          </a:r>
          <a:r>
            <a:rPr lang="en-US" altLang="en-US"/>
            <a:t>iểm danh và ca làm mặc </a:t>
          </a:r>
          <a:r>
            <a:rPr lang="" altLang="en-US"/>
            <a:t>đ</a:t>
          </a:r>
          <a:r>
            <a:rPr lang="en-US" altLang="en-US"/>
            <a:t>ịnh</a:t>
          </a:r>
        </a:p>
      </dgm:t>
    </dgm:pt>
    <dgm:pt modelId="{7B993409-DC5C-4CE2-A836-00FC3E18897B}" type="parTrans" cxnId="{960E5B3E-735A-4AE1-8885-8849EEFE2841}">
      <dgm:prSet/>
      <dgm:spPr/>
      <dgm:t>
        <a:bodyPr/>
        <a:lstStyle/>
        <a:p>
          <a:endParaRPr lang="en-US"/>
        </a:p>
      </dgm:t>
    </dgm:pt>
    <dgm:pt modelId="{F5D609DB-1BD9-455E-8A2F-62BD81EFA7FB}" type="sibTrans" cxnId="{960E5B3E-735A-4AE1-8885-8849EEFE2841}">
      <dgm:prSet/>
      <dgm:spPr/>
      <dgm:t>
        <a:bodyPr/>
        <a:lstStyle/>
        <a:p>
          <a:endParaRPr lang="en-US"/>
        </a:p>
      </dgm:t>
    </dgm:pt>
    <dgm:pt modelId="{D3A720AB-0B5F-45FF-AC3B-E0CE57747A6B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13. Chức n</a:t>
          </a:r>
          <a:r>
            <a:rPr lang="" altLang="en-US"/>
            <a:t>ă</a:t>
          </a:r>
          <a:r>
            <a:rPr lang="en-US" altLang="en-US"/>
            <a:t>ng quản l</a:t>
          </a:r>
          <a:r>
            <a:rPr lang="" altLang="en-US"/>
            <a:t>ý</a:t>
          </a:r>
          <a:r>
            <a:rPr lang="en-US" altLang="en-US"/>
            <a:t> chấm công của quản l</a:t>
          </a:r>
          <a:r>
            <a:rPr lang="" altLang="en-US"/>
            <a:t>ý</a:t>
          </a:r>
          <a:r>
            <a:rPr lang="en-US" altLang="en-US"/>
            <a:t>	</a:t>
          </a:r>
          <a:endParaRPr lang="en-US"/>
        </a:p>
      </dgm:t>
    </dgm:pt>
    <dgm:pt modelId="{D838307D-C1FD-4780-AC36-F484191186FB}" type="parTrans" cxnId="{B9458369-8849-45D4-8D76-9608E6F26433}">
      <dgm:prSet/>
      <dgm:spPr/>
      <dgm:t>
        <a:bodyPr/>
        <a:lstStyle/>
        <a:p>
          <a:endParaRPr lang="en-US"/>
        </a:p>
      </dgm:t>
    </dgm:pt>
    <dgm:pt modelId="{587F0CC9-0CA6-4A48-9D04-0EA586B5014F}" type="sibTrans" cxnId="{B9458369-8849-45D4-8D76-9608E6F26433}">
      <dgm:prSet/>
      <dgm:spPr/>
      <dgm:t>
        <a:bodyPr/>
        <a:lstStyle/>
        <a:p>
          <a:endParaRPr lang="en-US"/>
        </a:p>
      </dgm:t>
    </dgm:pt>
    <dgm:pt modelId="{BC4D3032-9A78-4757-9DC0-E7AD41F1E841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14. Chức n</a:t>
          </a:r>
          <a:r>
            <a:rPr lang="" altLang="en-US"/>
            <a:t>ă</a:t>
          </a:r>
          <a:r>
            <a:rPr lang="en-US" altLang="en-US"/>
            <a:t>ng thống kê</a:t>
          </a:r>
        </a:p>
      </dgm:t>
    </dgm:pt>
    <dgm:pt modelId="{1DAD3AA6-CB7C-4DF2-9C08-2D550FF3EC3B}" type="parTrans" cxnId="{A059942A-A64C-4C5D-B91B-427CBC2FBDA4}">
      <dgm:prSet/>
      <dgm:spPr/>
      <dgm:t>
        <a:bodyPr/>
        <a:lstStyle/>
        <a:p>
          <a:endParaRPr lang="en-US"/>
        </a:p>
      </dgm:t>
    </dgm:pt>
    <dgm:pt modelId="{EEE52ACE-98D9-4F19-842C-1036CDC636B5}" type="sibTrans" cxnId="{A059942A-A64C-4C5D-B91B-427CBC2FBDA4}">
      <dgm:prSet/>
      <dgm:spPr/>
      <dgm:t>
        <a:bodyPr/>
        <a:lstStyle/>
        <a:p>
          <a:endParaRPr lang="en-US"/>
        </a:p>
      </dgm:t>
    </dgm:pt>
    <dgm:pt modelId="{1AF2B25E-1237-475C-8F19-AD2E894EB416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dirty="0"/>
            <a:t>15. </a:t>
          </a:r>
          <a:r>
            <a:rPr lang="en-US" altLang="en-US" dirty="0" err="1"/>
            <a:t>Chức</a:t>
          </a:r>
          <a:r>
            <a:rPr lang="en-US" altLang="en-US" dirty="0"/>
            <a:t> n</a:t>
          </a:r>
          <a:r>
            <a:rPr lang="" altLang="en-US" dirty="0"/>
            <a:t>ă</a:t>
          </a:r>
          <a:r>
            <a:rPr lang="en-US" altLang="en-US" dirty="0"/>
            <a:t>ng </a:t>
          </a:r>
          <a:r>
            <a:rPr lang="en-US" altLang="en-US" dirty="0" err="1"/>
            <a:t>phê</a:t>
          </a:r>
          <a:r>
            <a:rPr lang="en-US" altLang="en-US" dirty="0"/>
            <a:t> </a:t>
          </a:r>
          <a:r>
            <a:rPr lang="en-US" altLang="en-US" dirty="0" err="1"/>
            <a:t>duyệt</a:t>
          </a:r>
          <a:r>
            <a:rPr lang="en-US" altLang="en-US" dirty="0"/>
            <a:t> </a:t>
          </a:r>
          <a:r>
            <a:rPr lang="en-US" altLang="en-US" dirty="0" err="1"/>
            <a:t>yêu</a:t>
          </a:r>
          <a:r>
            <a:rPr lang="en-US" altLang="en-US" dirty="0"/>
            <a:t> </a:t>
          </a:r>
          <a:r>
            <a:rPr lang="en-US" altLang="en-US" dirty="0" err="1"/>
            <a:t>cầu</a:t>
          </a:r>
          <a:r>
            <a:rPr lang="en-US" altLang="en-US" dirty="0"/>
            <a:t> </a:t>
          </a:r>
          <a:r>
            <a:rPr lang="en-US" altLang="en-US" dirty="0" err="1"/>
            <a:t>nhân</a:t>
          </a:r>
          <a:r>
            <a:rPr lang="en-US" altLang="en-US" dirty="0"/>
            <a:t> </a:t>
          </a:r>
          <a:r>
            <a:rPr lang="en-US" altLang="en-US" dirty="0" err="1"/>
            <a:t>viên</a:t>
          </a:r>
          <a:endParaRPr lang="en-US" altLang="en-US" dirty="0"/>
        </a:p>
      </dgm:t>
    </dgm:pt>
    <dgm:pt modelId="{FAD3EB9F-E934-45E3-9124-EB7A0C25DEDE}" type="parTrans" cxnId="{4AE89E08-4615-4D39-8205-AA5FEE7E328B}">
      <dgm:prSet/>
      <dgm:spPr/>
      <dgm:t>
        <a:bodyPr/>
        <a:lstStyle/>
        <a:p>
          <a:endParaRPr lang="en-US"/>
        </a:p>
      </dgm:t>
    </dgm:pt>
    <dgm:pt modelId="{E2D3E6CC-3C99-4F5A-AB20-DC567EC322D3}" type="sibTrans" cxnId="{4AE89E08-4615-4D39-8205-AA5FEE7E328B}">
      <dgm:prSet/>
      <dgm:spPr/>
      <dgm:t>
        <a:bodyPr/>
        <a:lstStyle/>
        <a:p>
          <a:endParaRPr lang="en-US"/>
        </a:p>
      </dgm:t>
    </dgm:pt>
    <dgm:pt modelId="{E80000C8-907A-400F-8530-27AA414B0D8C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16. Chức n</a:t>
          </a:r>
          <a:r>
            <a:rPr lang="" altLang="en-US"/>
            <a:t>ă</a:t>
          </a:r>
          <a:r>
            <a:rPr lang="en-US" altLang="en-US"/>
            <a:t>ng quản l</a:t>
          </a:r>
          <a:r>
            <a:rPr lang="" altLang="en-US"/>
            <a:t>ý</a:t>
          </a:r>
          <a:r>
            <a:rPr lang="en-US" altLang="en-US"/>
            <a:t> ca và thêm ca làm việc</a:t>
          </a:r>
        </a:p>
      </dgm:t>
    </dgm:pt>
    <dgm:pt modelId="{05D0ADE0-FB61-4E52-A4C5-5748AFF91C11}" type="parTrans" cxnId="{0AF06603-5826-4498-937A-E7EC36767139}">
      <dgm:prSet/>
      <dgm:spPr/>
      <dgm:t>
        <a:bodyPr/>
        <a:lstStyle/>
        <a:p>
          <a:endParaRPr lang="en-US"/>
        </a:p>
      </dgm:t>
    </dgm:pt>
    <dgm:pt modelId="{51C0FB25-5427-4786-A280-C45EB54E0E8B}" type="sibTrans" cxnId="{0AF06603-5826-4498-937A-E7EC36767139}">
      <dgm:prSet/>
      <dgm:spPr/>
      <dgm:t>
        <a:bodyPr/>
        <a:lstStyle/>
        <a:p>
          <a:endParaRPr lang="en-US"/>
        </a:p>
      </dgm:t>
    </dgm:pt>
    <dgm:pt modelId="{DCFD71B9-0657-45E7-B327-E5284F7C33E3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/>
            <a:t>17. Màn hình hiển thị thông tin công ty	</a:t>
          </a:r>
        </a:p>
      </dgm:t>
    </dgm:pt>
    <dgm:pt modelId="{AD642C6B-9908-444B-95E4-E6141573EE07}" type="parTrans" cxnId="{492C9453-1355-4370-B478-2F9588300415}">
      <dgm:prSet/>
      <dgm:spPr/>
      <dgm:t>
        <a:bodyPr/>
        <a:lstStyle/>
        <a:p>
          <a:endParaRPr lang="en-US"/>
        </a:p>
      </dgm:t>
    </dgm:pt>
    <dgm:pt modelId="{0C487E6F-2468-4EF1-A9E7-2D0204684EE4}" type="sibTrans" cxnId="{492C9453-1355-4370-B478-2F9588300415}">
      <dgm:prSet/>
      <dgm:spPr/>
      <dgm:t>
        <a:bodyPr/>
        <a:lstStyle/>
        <a:p>
          <a:endParaRPr lang="en-US"/>
        </a:p>
      </dgm:t>
    </dgm:pt>
    <dgm:pt modelId="{68678236-2491-4F5E-81CB-83BB8A4B88F6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0" i="0" baseline="0" dirty="0"/>
            <a:t>18. </a:t>
          </a:r>
          <a:r>
            <a:rPr lang="en-US" altLang="en-US" b="0" i="0" baseline="0" dirty="0" err="1"/>
            <a:t>Chức</a:t>
          </a:r>
          <a:r>
            <a:rPr lang="en-US" altLang="en-US" b="0" i="0" baseline="0" dirty="0"/>
            <a:t> n</a:t>
          </a:r>
          <a:r>
            <a:rPr lang="" altLang="en-US" b="0" i="0" baseline="0" dirty="0"/>
            <a:t>ă</a:t>
          </a:r>
          <a:r>
            <a:rPr lang="en-US" altLang="en-US" b="0" i="0" baseline="0" dirty="0"/>
            <a:t>ng </a:t>
          </a:r>
          <a:r>
            <a:rPr lang="en-US" altLang="en-US" b="0" i="0" baseline="0" dirty="0" err="1"/>
            <a:t>cài</a:t>
          </a:r>
          <a:r>
            <a:rPr lang="en-US" altLang="en-US" b="0" i="0" baseline="0" dirty="0"/>
            <a:t> </a:t>
          </a:r>
          <a:r>
            <a:rPr lang="" altLang="en-US" b="0" i="0" baseline="0" dirty="0"/>
            <a:t>đ</a:t>
          </a:r>
          <a:r>
            <a:rPr lang="en-US" altLang="en-US" b="0" i="0" baseline="0" dirty="0" err="1"/>
            <a:t>ặt</a:t>
          </a:r>
          <a:r>
            <a:rPr lang="en-US" altLang="en-US" b="0" i="0" baseline="0" dirty="0"/>
            <a:t> </a:t>
          </a:r>
          <a:r>
            <a:rPr lang="en-US" altLang="en-US" b="0" i="0" baseline="0" dirty="0" err="1"/>
            <a:t>ph</a:t>
          </a:r>
          <a:r>
            <a:rPr lang="" altLang="en-US" b="0" i="0" baseline="0" dirty="0"/>
            <a:t>ư</a:t>
          </a:r>
          <a:r>
            <a:rPr lang="en-US" altLang="en-US" b="0" i="0" baseline="0" dirty="0" err="1"/>
            <a:t>ơng</a:t>
          </a:r>
          <a:r>
            <a:rPr lang="en-US" altLang="en-US" b="0" i="0" baseline="0" dirty="0"/>
            <a:t> </a:t>
          </a:r>
          <a:r>
            <a:rPr lang="en-US" altLang="en-US" b="0" i="0" baseline="0" dirty="0" err="1"/>
            <a:t>thức</a:t>
          </a:r>
          <a:r>
            <a:rPr lang="en-US" altLang="en-US" b="0" i="0" baseline="0" dirty="0"/>
            <a:t> </a:t>
          </a:r>
          <a:r>
            <a:rPr lang="en-US" altLang="en-US" b="0" i="0" baseline="0" dirty="0" err="1"/>
            <a:t>chấm</a:t>
          </a:r>
          <a:r>
            <a:rPr lang="en-US" altLang="en-US" b="0" i="0" baseline="0" dirty="0"/>
            <a:t> </a:t>
          </a:r>
          <a:r>
            <a:rPr lang="en-US" altLang="en-US" b="0" i="0" baseline="0" dirty="0" err="1"/>
            <a:t>công</a:t>
          </a:r>
          <a:r>
            <a:rPr lang="en-US" altLang="en-US" b="0" i="0" baseline="0" dirty="0"/>
            <a:t> (check-in)	</a:t>
          </a:r>
          <a:endParaRPr lang="en-US" dirty="0"/>
        </a:p>
      </dgm:t>
    </dgm:pt>
    <dgm:pt modelId="{DD40F368-5201-48F9-89ED-BD207163C849}" type="parTrans" cxnId="{CF54AE62-9606-4423-AA62-9C541D6D8248}">
      <dgm:prSet/>
      <dgm:spPr/>
      <dgm:t>
        <a:bodyPr/>
        <a:lstStyle/>
        <a:p>
          <a:endParaRPr lang="en-US"/>
        </a:p>
      </dgm:t>
    </dgm:pt>
    <dgm:pt modelId="{E80D847E-9014-4C53-A337-1D1F973CAAA3}" type="sibTrans" cxnId="{CF54AE62-9606-4423-AA62-9C541D6D8248}">
      <dgm:prSet/>
      <dgm:spPr/>
      <dgm:t>
        <a:bodyPr/>
        <a:lstStyle/>
        <a:p>
          <a:endParaRPr lang="en-US"/>
        </a:p>
      </dgm:t>
    </dgm:pt>
    <dgm:pt modelId="{75DCCBCC-B4AC-4A5C-9F1A-AA4964C4241A}" type="pres">
      <dgm:prSet presAssocID="{803362C0-596B-40D5-9256-42AE352434F9}" presName="diagram" presStyleCnt="0">
        <dgm:presLayoutVars>
          <dgm:dir/>
          <dgm:resizeHandles val="exact"/>
        </dgm:presLayoutVars>
      </dgm:prSet>
      <dgm:spPr/>
    </dgm:pt>
    <dgm:pt modelId="{FF723151-24B9-4237-BD1C-72D991617D0F}" type="pres">
      <dgm:prSet presAssocID="{C2274D6B-6AD5-4C5F-9455-3B42E6B96108}" presName="node" presStyleLbl="node1" presStyleIdx="0" presStyleCnt="7">
        <dgm:presLayoutVars>
          <dgm:bulletEnabled val="1"/>
        </dgm:presLayoutVars>
      </dgm:prSet>
      <dgm:spPr/>
    </dgm:pt>
    <dgm:pt modelId="{8DD5CBA5-EEA9-4881-AEAF-5BBBCD883016}" type="pres">
      <dgm:prSet presAssocID="{F5D609DB-1BD9-455E-8A2F-62BD81EFA7FB}" presName="sibTrans" presStyleCnt="0"/>
      <dgm:spPr/>
    </dgm:pt>
    <dgm:pt modelId="{190CB27F-A395-47EE-956C-98CB90851956}" type="pres">
      <dgm:prSet presAssocID="{D3A720AB-0B5F-45FF-AC3B-E0CE57747A6B}" presName="node" presStyleLbl="node1" presStyleIdx="1" presStyleCnt="7">
        <dgm:presLayoutVars>
          <dgm:bulletEnabled val="1"/>
        </dgm:presLayoutVars>
      </dgm:prSet>
      <dgm:spPr/>
    </dgm:pt>
    <dgm:pt modelId="{D7D1BC74-BBFB-429A-80FF-658AB3680393}" type="pres">
      <dgm:prSet presAssocID="{587F0CC9-0CA6-4A48-9D04-0EA586B5014F}" presName="sibTrans" presStyleCnt="0"/>
      <dgm:spPr/>
    </dgm:pt>
    <dgm:pt modelId="{1248B9EA-8CF0-4E7B-B956-E1C2905D3B95}" type="pres">
      <dgm:prSet presAssocID="{BC4D3032-9A78-4757-9DC0-E7AD41F1E841}" presName="node" presStyleLbl="node1" presStyleIdx="2" presStyleCnt="7">
        <dgm:presLayoutVars>
          <dgm:bulletEnabled val="1"/>
        </dgm:presLayoutVars>
      </dgm:prSet>
      <dgm:spPr/>
    </dgm:pt>
    <dgm:pt modelId="{85DFB9C2-CE3C-478F-AC05-99C8CE31B95A}" type="pres">
      <dgm:prSet presAssocID="{EEE52ACE-98D9-4F19-842C-1036CDC636B5}" presName="sibTrans" presStyleCnt="0"/>
      <dgm:spPr/>
    </dgm:pt>
    <dgm:pt modelId="{E9C2D833-336D-465F-B60A-6F9E6FA410C0}" type="pres">
      <dgm:prSet presAssocID="{1AF2B25E-1237-475C-8F19-AD2E894EB416}" presName="node" presStyleLbl="node1" presStyleIdx="3" presStyleCnt="7">
        <dgm:presLayoutVars>
          <dgm:bulletEnabled val="1"/>
        </dgm:presLayoutVars>
      </dgm:prSet>
      <dgm:spPr/>
    </dgm:pt>
    <dgm:pt modelId="{4CA1FD28-9A20-4EBC-B025-4E96DF06E914}" type="pres">
      <dgm:prSet presAssocID="{E2D3E6CC-3C99-4F5A-AB20-DC567EC322D3}" presName="sibTrans" presStyleCnt="0"/>
      <dgm:spPr/>
    </dgm:pt>
    <dgm:pt modelId="{71B6441B-8F0F-4665-8681-7DFDCC82AA08}" type="pres">
      <dgm:prSet presAssocID="{E80000C8-907A-400F-8530-27AA414B0D8C}" presName="node" presStyleLbl="node1" presStyleIdx="4" presStyleCnt="7">
        <dgm:presLayoutVars>
          <dgm:bulletEnabled val="1"/>
        </dgm:presLayoutVars>
      </dgm:prSet>
      <dgm:spPr/>
    </dgm:pt>
    <dgm:pt modelId="{2B6FF542-A678-457A-9B9F-75F52A866D7D}" type="pres">
      <dgm:prSet presAssocID="{51C0FB25-5427-4786-A280-C45EB54E0E8B}" presName="sibTrans" presStyleCnt="0"/>
      <dgm:spPr/>
    </dgm:pt>
    <dgm:pt modelId="{6B5DC5DC-9744-474C-8691-F0B7F59DA4B5}" type="pres">
      <dgm:prSet presAssocID="{DCFD71B9-0657-45E7-B327-E5284F7C33E3}" presName="node" presStyleLbl="node1" presStyleIdx="5" presStyleCnt="7">
        <dgm:presLayoutVars>
          <dgm:bulletEnabled val="1"/>
        </dgm:presLayoutVars>
      </dgm:prSet>
      <dgm:spPr/>
    </dgm:pt>
    <dgm:pt modelId="{1EEC8864-3778-4F6C-9D34-E1F05B650F4A}" type="pres">
      <dgm:prSet presAssocID="{0C487E6F-2468-4EF1-A9E7-2D0204684EE4}" presName="sibTrans" presStyleCnt="0"/>
      <dgm:spPr/>
    </dgm:pt>
    <dgm:pt modelId="{007615E3-668D-4BC0-A34B-B9E3BABDFB6B}" type="pres">
      <dgm:prSet presAssocID="{68678236-2491-4F5E-81CB-83BB8A4B88F6}" presName="node" presStyleLbl="node1" presStyleIdx="6" presStyleCnt="7">
        <dgm:presLayoutVars>
          <dgm:bulletEnabled val="1"/>
        </dgm:presLayoutVars>
      </dgm:prSet>
      <dgm:spPr/>
    </dgm:pt>
  </dgm:ptLst>
  <dgm:cxnLst>
    <dgm:cxn modelId="{0AF06603-5826-4498-937A-E7EC36767139}" srcId="{803362C0-596B-40D5-9256-42AE352434F9}" destId="{E80000C8-907A-400F-8530-27AA414B0D8C}" srcOrd="4" destOrd="0" parTransId="{05D0ADE0-FB61-4E52-A4C5-5748AFF91C11}" sibTransId="{51C0FB25-5427-4786-A280-C45EB54E0E8B}"/>
    <dgm:cxn modelId="{4AE89E08-4615-4D39-8205-AA5FEE7E328B}" srcId="{803362C0-596B-40D5-9256-42AE352434F9}" destId="{1AF2B25E-1237-475C-8F19-AD2E894EB416}" srcOrd="3" destOrd="0" parTransId="{FAD3EB9F-E934-45E3-9124-EB7A0C25DEDE}" sibTransId="{E2D3E6CC-3C99-4F5A-AB20-DC567EC322D3}"/>
    <dgm:cxn modelId="{1FC64719-D524-4683-9287-BE2F74870480}" type="presOf" srcId="{68678236-2491-4F5E-81CB-83BB8A4B88F6}" destId="{007615E3-668D-4BC0-A34B-B9E3BABDFB6B}" srcOrd="0" destOrd="0" presId="urn:microsoft.com/office/officeart/2005/8/layout/default#8"/>
    <dgm:cxn modelId="{86294427-610C-4EC0-9394-8355CE6F95E9}" type="presOf" srcId="{1AF2B25E-1237-475C-8F19-AD2E894EB416}" destId="{E9C2D833-336D-465F-B60A-6F9E6FA410C0}" srcOrd="0" destOrd="0" presId="urn:microsoft.com/office/officeart/2005/8/layout/default#8"/>
    <dgm:cxn modelId="{A059942A-A64C-4C5D-B91B-427CBC2FBDA4}" srcId="{803362C0-596B-40D5-9256-42AE352434F9}" destId="{BC4D3032-9A78-4757-9DC0-E7AD41F1E841}" srcOrd="2" destOrd="0" parTransId="{1DAD3AA6-CB7C-4DF2-9C08-2D550FF3EC3B}" sibTransId="{EEE52ACE-98D9-4F19-842C-1036CDC636B5}"/>
    <dgm:cxn modelId="{960E5B3E-735A-4AE1-8885-8849EEFE2841}" srcId="{803362C0-596B-40D5-9256-42AE352434F9}" destId="{C2274D6B-6AD5-4C5F-9455-3B42E6B96108}" srcOrd="0" destOrd="0" parTransId="{7B993409-DC5C-4CE2-A836-00FC3E18897B}" sibTransId="{F5D609DB-1BD9-455E-8A2F-62BD81EFA7FB}"/>
    <dgm:cxn modelId="{CF54AE62-9606-4423-AA62-9C541D6D8248}" srcId="{803362C0-596B-40D5-9256-42AE352434F9}" destId="{68678236-2491-4F5E-81CB-83BB8A4B88F6}" srcOrd="6" destOrd="0" parTransId="{DD40F368-5201-48F9-89ED-BD207163C849}" sibTransId="{E80D847E-9014-4C53-A337-1D1F973CAAA3}"/>
    <dgm:cxn modelId="{B9458369-8849-45D4-8D76-9608E6F26433}" srcId="{803362C0-596B-40D5-9256-42AE352434F9}" destId="{D3A720AB-0B5F-45FF-AC3B-E0CE57747A6B}" srcOrd="1" destOrd="0" parTransId="{D838307D-C1FD-4780-AC36-F484191186FB}" sibTransId="{587F0CC9-0CA6-4A48-9D04-0EA586B5014F}"/>
    <dgm:cxn modelId="{15234E71-C6D6-45D7-A5E9-D70F1DD3BB21}" type="presOf" srcId="{D3A720AB-0B5F-45FF-AC3B-E0CE57747A6B}" destId="{190CB27F-A395-47EE-956C-98CB90851956}" srcOrd="0" destOrd="0" presId="urn:microsoft.com/office/officeart/2005/8/layout/default#8"/>
    <dgm:cxn modelId="{492C9453-1355-4370-B478-2F9588300415}" srcId="{803362C0-596B-40D5-9256-42AE352434F9}" destId="{DCFD71B9-0657-45E7-B327-E5284F7C33E3}" srcOrd="5" destOrd="0" parTransId="{AD642C6B-9908-444B-95E4-E6141573EE07}" sibTransId="{0C487E6F-2468-4EF1-A9E7-2D0204684EE4}"/>
    <dgm:cxn modelId="{9C052D9B-97ED-4950-9F0D-6768A019323F}" type="presOf" srcId="{BC4D3032-9A78-4757-9DC0-E7AD41F1E841}" destId="{1248B9EA-8CF0-4E7B-B956-E1C2905D3B95}" srcOrd="0" destOrd="0" presId="urn:microsoft.com/office/officeart/2005/8/layout/default#8"/>
    <dgm:cxn modelId="{B1CB68A2-1585-4A3D-BF49-352AC549E416}" type="presOf" srcId="{E80000C8-907A-400F-8530-27AA414B0D8C}" destId="{71B6441B-8F0F-4665-8681-7DFDCC82AA08}" srcOrd="0" destOrd="0" presId="urn:microsoft.com/office/officeart/2005/8/layout/default#8"/>
    <dgm:cxn modelId="{CC342CAD-AF1C-4860-9B74-71095CC8F9BB}" type="presOf" srcId="{DCFD71B9-0657-45E7-B327-E5284F7C33E3}" destId="{6B5DC5DC-9744-474C-8691-F0B7F59DA4B5}" srcOrd="0" destOrd="0" presId="urn:microsoft.com/office/officeart/2005/8/layout/default#8"/>
    <dgm:cxn modelId="{262E66AE-BFA9-4927-87A2-C8A3064E2278}" type="presOf" srcId="{C2274D6B-6AD5-4C5F-9455-3B42E6B96108}" destId="{FF723151-24B9-4237-BD1C-72D991617D0F}" srcOrd="0" destOrd="0" presId="urn:microsoft.com/office/officeart/2005/8/layout/default#8"/>
    <dgm:cxn modelId="{8FA9A7FA-F742-4F60-92BD-4A25D7620E39}" type="presOf" srcId="{803362C0-596B-40D5-9256-42AE352434F9}" destId="{75DCCBCC-B4AC-4A5C-9F1A-AA4964C4241A}" srcOrd="0" destOrd="0" presId="urn:microsoft.com/office/officeart/2005/8/layout/default#8"/>
    <dgm:cxn modelId="{568FD346-8AC0-4271-979E-98D529BF6760}" type="presParOf" srcId="{75DCCBCC-B4AC-4A5C-9F1A-AA4964C4241A}" destId="{FF723151-24B9-4237-BD1C-72D991617D0F}" srcOrd="0" destOrd="0" presId="urn:microsoft.com/office/officeart/2005/8/layout/default#8"/>
    <dgm:cxn modelId="{8593EAE9-DDFF-47A9-A84B-7C128AAEE72A}" type="presParOf" srcId="{75DCCBCC-B4AC-4A5C-9F1A-AA4964C4241A}" destId="{8DD5CBA5-EEA9-4881-AEAF-5BBBCD883016}" srcOrd="1" destOrd="0" presId="urn:microsoft.com/office/officeart/2005/8/layout/default#8"/>
    <dgm:cxn modelId="{685DCF5B-7603-4446-9EB5-E1B46169C142}" type="presParOf" srcId="{75DCCBCC-B4AC-4A5C-9F1A-AA4964C4241A}" destId="{190CB27F-A395-47EE-956C-98CB90851956}" srcOrd="2" destOrd="0" presId="urn:microsoft.com/office/officeart/2005/8/layout/default#8"/>
    <dgm:cxn modelId="{B1D42E40-1FAB-4A1F-80B2-24C6A6F5916E}" type="presParOf" srcId="{75DCCBCC-B4AC-4A5C-9F1A-AA4964C4241A}" destId="{D7D1BC74-BBFB-429A-80FF-658AB3680393}" srcOrd="3" destOrd="0" presId="urn:microsoft.com/office/officeart/2005/8/layout/default#8"/>
    <dgm:cxn modelId="{C3766B4D-484A-4A2B-B2E1-E49AF46C567B}" type="presParOf" srcId="{75DCCBCC-B4AC-4A5C-9F1A-AA4964C4241A}" destId="{1248B9EA-8CF0-4E7B-B956-E1C2905D3B95}" srcOrd="4" destOrd="0" presId="urn:microsoft.com/office/officeart/2005/8/layout/default#8"/>
    <dgm:cxn modelId="{C5F0E1C9-7C74-4EC5-8FE9-7B04469290DA}" type="presParOf" srcId="{75DCCBCC-B4AC-4A5C-9F1A-AA4964C4241A}" destId="{85DFB9C2-CE3C-478F-AC05-99C8CE31B95A}" srcOrd="5" destOrd="0" presId="urn:microsoft.com/office/officeart/2005/8/layout/default#8"/>
    <dgm:cxn modelId="{19B293D9-5DEC-4AB3-8BA4-360314403E2A}" type="presParOf" srcId="{75DCCBCC-B4AC-4A5C-9F1A-AA4964C4241A}" destId="{E9C2D833-336D-465F-B60A-6F9E6FA410C0}" srcOrd="6" destOrd="0" presId="urn:microsoft.com/office/officeart/2005/8/layout/default#8"/>
    <dgm:cxn modelId="{38145EBC-9C8E-42FC-82CE-2012477A3DC2}" type="presParOf" srcId="{75DCCBCC-B4AC-4A5C-9F1A-AA4964C4241A}" destId="{4CA1FD28-9A20-4EBC-B025-4E96DF06E914}" srcOrd="7" destOrd="0" presId="urn:microsoft.com/office/officeart/2005/8/layout/default#8"/>
    <dgm:cxn modelId="{842B6E99-E5F5-4C6E-8302-C04A128A5D85}" type="presParOf" srcId="{75DCCBCC-B4AC-4A5C-9F1A-AA4964C4241A}" destId="{71B6441B-8F0F-4665-8681-7DFDCC82AA08}" srcOrd="8" destOrd="0" presId="urn:microsoft.com/office/officeart/2005/8/layout/default#8"/>
    <dgm:cxn modelId="{7EFF6626-7D32-42AE-9B7E-CBE43D2A282F}" type="presParOf" srcId="{75DCCBCC-B4AC-4A5C-9F1A-AA4964C4241A}" destId="{2B6FF542-A678-457A-9B9F-75F52A866D7D}" srcOrd="9" destOrd="0" presId="urn:microsoft.com/office/officeart/2005/8/layout/default#8"/>
    <dgm:cxn modelId="{7390A125-F5C7-4B45-81A1-91B5CCECCED3}" type="presParOf" srcId="{75DCCBCC-B4AC-4A5C-9F1A-AA4964C4241A}" destId="{6B5DC5DC-9744-474C-8691-F0B7F59DA4B5}" srcOrd="10" destOrd="0" presId="urn:microsoft.com/office/officeart/2005/8/layout/default#8"/>
    <dgm:cxn modelId="{8EF0BB49-B67B-4783-882C-7073050C2677}" type="presParOf" srcId="{75DCCBCC-B4AC-4A5C-9F1A-AA4964C4241A}" destId="{1EEC8864-3778-4F6C-9D34-E1F05B650F4A}" srcOrd="11" destOrd="0" presId="urn:microsoft.com/office/officeart/2005/8/layout/default#8"/>
    <dgm:cxn modelId="{8E75D98C-9F9E-4B96-A99B-AA56D9E77AFA}" type="presParOf" srcId="{75DCCBCC-B4AC-4A5C-9F1A-AA4964C4241A}" destId="{007615E3-668D-4BC0-A34B-B9E3BABDFB6B}" srcOrd="12" destOrd="0" presId="urn:microsoft.com/office/officeart/2005/8/layout/default#8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5DB8EDB-FF9A-4795-A908-61A272DB4A4C}" type="doc">
      <dgm:prSet loTypeId="urn:microsoft.com/office/officeart/2005/8/layout/hList1" loCatId="list" qsTypeId="urn:microsoft.com/office/officeart/2005/8/quickstyle/simple1#21" qsCatId="simple" csTypeId="urn:microsoft.com/office/officeart/2005/8/colors/accent1_1#15" csCatId="accent1" phldr="1"/>
      <dgm:spPr/>
      <dgm:t>
        <a:bodyPr/>
        <a:lstStyle/>
        <a:p>
          <a:endParaRPr lang="en-US"/>
        </a:p>
      </dgm:t>
    </dgm:pt>
    <dgm:pt modelId="{D34EA6B3-F626-470F-9F7B-4EFB48C91E08}">
      <dgm:prSet/>
      <dgm:spPr/>
      <dgm:t>
        <a:bodyPr/>
        <a:lstStyle/>
        <a:p>
          <a:r>
            <a:rPr lang="en-US" b="1" i="0" baseline="0"/>
            <a:t>Điểm mạnh:</a:t>
          </a:r>
          <a:r>
            <a:rPr lang="en-US" b="0" i="0" baseline="0"/>
            <a:t> </a:t>
          </a:r>
          <a:endParaRPr lang="en-US"/>
        </a:p>
      </dgm:t>
    </dgm:pt>
    <dgm:pt modelId="{49840DA0-934F-444C-A8D5-D9D61BC665B4}" type="parTrans" cxnId="{B5FDF0BB-42FC-4F04-BE11-A261D7A1BEF8}">
      <dgm:prSet/>
      <dgm:spPr/>
      <dgm:t>
        <a:bodyPr/>
        <a:lstStyle/>
        <a:p>
          <a:endParaRPr lang="en-US"/>
        </a:p>
      </dgm:t>
    </dgm:pt>
    <dgm:pt modelId="{B6896406-5B04-4F6A-8358-ECFF746FD455}" type="sibTrans" cxnId="{B5FDF0BB-42FC-4F04-BE11-A261D7A1BEF8}">
      <dgm:prSet/>
      <dgm:spPr/>
      <dgm:t>
        <a:bodyPr/>
        <a:lstStyle/>
        <a:p>
          <a:endParaRPr lang="en-US"/>
        </a:p>
      </dgm:t>
    </dgm:pt>
    <dgm:pt modelId="{A11E5E12-ED7F-4BAD-BE46-C0E064E2CBE2}">
      <dgm:prSet/>
      <dgm:spPr/>
      <dgm:t>
        <a:bodyPr/>
        <a:lstStyle/>
        <a:p>
          <a:r>
            <a:rPr lang="en-US" b="0" i="0" baseline="0" dirty="0" err="1"/>
            <a:t>Hệ</a:t>
          </a:r>
          <a:r>
            <a:rPr lang="en-US" b="0" i="0" baseline="0" dirty="0"/>
            <a:t> </a:t>
          </a:r>
          <a:r>
            <a:rPr lang="en-US" b="0" i="0" baseline="0" dirty="0" err="1"/>
            <a:t>thống</a:t>
          </a:r>
          <a:r>
            <a:rPr lang="en-US" b="0" i="0" baseline="0" dirty="0"/>
            <a:t> </a:t>
          </a:r>
          <a:r>
            <a:rPr lang="en-US" b="0" i="0" baseline="0" dirty="0" err="1"/>
            <a:t>đầy</a:t>
          </a:r>
          <a:r>
            <a:rPr lang="en-US" b="0" i="0" baseline="0" dirty="0"/>
            <a:t> </a:t>
          </a:r>
          <a:r>
            <a:rPr lang="en-US" b="0" i="0" baseline="0" dirty="0" err="1"/>
            <a:t>đủ</a:t>
          </a:r>
          <a:r>
            <a:rPr lang="en-US" b="0" i="0" baseline="0" dirty="0"/>
            <a:t> </a:t>
          </a:r>
          <a:r>
            <a:rPr lang="en-US" b="0" i="0" baseline="0" dirty="0" err="1"/>
            <a:t>tính</a:t>
          </a:r>
          <a:r>
            <a:rPr lang="en-US" b="0" i="0" baseline="0" dirty="0"/>
            <a:t> </a:t>
          </a:r>
          <a:r>
            <a:rPr lang="en-US" b="0" i="0" baseline="0" dirty="0" err="1"/>
            <a:t>năng</a:t>
          </a:r>
          <a:r>
            <a:rPr lang="en-US" b="0" i="0" baseline="0" dirty="0"/>
            <a:t>, </a:t>
          </a:r>
          <a:r>
            <a:rPr lang="en-US" b="0" i="0" baseline="0" dirty="0" err="1"/>
            <a:t>giao</a:t>
          </a:r>
          <a:r>
            <a:rPr lang="en-US" b="0" i="0" baseline="0" dirty="0"/>
            <a:t> </a:t>
          </a:r>
          <a:r>
            <a:rPr lang="en-US" b="0" i="0" baseline="0" dirty="0" err="1"/>
            <a:t>diện</a:t>
          </a:r>
          <a:r>
            <a:rPr lang="en-US" b="0" i="0" baseline="0" dirty="0"/>
            <a:t> </a:t>
          </a:r>
          <a:r>
            <a:rPr lang="en-US" b="0" i="0" baseline="0" dirty="0" err="1"/>
            <a:t>thân</a:t>
          </a:r>
          <a:r>
            <a:rPr lang="en-US" b="0" i="0" baseline="0" dirty="0"/>
            <a:t> </a:t>
          </a:r>
          <a:r>
            <a:rPr lang="en-US" b="0" i="0" baseline="0" dirty="0" err="1"/>
            <a:t>thiện</a:t>
          </a:r>
          <a:r>
            <a:rPr lang="en-US" b="0" i="0" baseline="0" dirty="0"/>
            <a:t> </a:t>
          </a:r>
          <a:endParaRPr lang="en-US" dirty="0"/>
        </a:p>
      </dgm:t>
    </dgm:pt>
    <dgm:pt modelId="{E4F239E0-CD13-420C-8071-4211FB0053D8}" type="parTrans" cxnId="{9B3CEE69-4D2C-4E49-A536-664779CBB227}">
      <dgm:prSet/>
      <dgm:spPr/>
      <dgm:t>
        <a:bodyPr/>
        <a:lstStyle/>
        <a:p>
          <a:endParaRPr lang="en-US"/>
        </a:p>
      </dgm:t>
    </dgm:pt>
    <dgm:pt modelId="{E38DA1E0-6395-44BD-8B3B-5AA003FBF70E}" type="sibTrans" cxnId="{9B3CEE69-4D2C-4E49-A536-664779CBB227}">
      <dgm:prSet/>
      <dgm:spPr/>
      <dgm:t>
        <a:bodyPr/>
        <a:lstStyle/>
        <a:p>
          <a:endParaRPr lang="en-US"/>
        </a:p>
      </dgm:t>
    </dgm:pt>
    <dgm:pt modelId="{73B755A1-520A-4DB3-8139-DD438FC7F0FE}">
      <dgm:prSet/>
      <dgm:spPr/>
      <dgm:t>
        <a:bodyPr/>
        <a:lstStyle/>
        <a:p>
          <a:r>
            <a:rPr lang="en-US" b="0" i="0" baseline="0"/>
            <a:t>Tối ưu chi phí cho doanh nghiệp vừa và nhỏ </a:t>
          </a:r>
          <a:endParaRPr lang="en-US"/>
        </a:p>
      </dgm:t>
    </dgm:pt>
    <dgm:pt modelId="{748CB4C4-E032-457C-BC60-93877EEA5D7E}" type="parTrans" cxnId="{30B72E77-1A14-4285-9110-367E9A0DADA7}">
      <dgm:prSet/>
      <dgm:spPr/>
      <dgm:t>
        <a:bodyPr/>
        <a:lstStyle/>
        <a:p>
          <a:endParaRPr lang="en-US"/>
        </a:p>
      </dgm:t>
    </dgm:pt>
    <dgm:pt modelId="{AB2FA658-9887-4366-A252-A8A039C81BCC}" type="sibTrans" cxnId="{30B72E77-1A14-4285-9110-367E9A0DADA7}">
      <dgm:prSet/>
      <dgm:spPr/>
      <dgm:t>
        <a:bodyPr/>
        <a:lstStyle/>
        <a:p>
          <a:endParaRPr lang="en-US"/>
        </a:p>
      </dgm:t>
    </dgm:pt>
    <dgm:pt modelId="{5A75135E-7883-4401-9AC4-1696794C3250}">
      <dgm:prSet/>
      <dgm:spPr/>
      <dgm:t>
        <a:bodyPr/>
        <a:lstStyle/>
        <a:p>
          <a:r>
            <a:rPr lang="en-US" b="0" i="0" baseline="0" dirty="0"/>
            <a:t>Quy </a:t>
          </a:r>
          <a:r>
            <a:rPr lang="en-US" b="0" i="0" baseline="0" dirty="0" err="1"/>
            <a:t>trình</a:t>
          </a:r>
          <a:r>
            <a:rPr lang="en-US" b="0" i="0" baseline="0" dirty="0"/>
            <a:t> </a:t>
          </a:r>
          <a:r>
            <a:rPr lang="en-US" b="0" i="0" baseline="0" dirty="0" err="1"/>
            <a:t>tuyển</a:t>
          </a:r>
          <a:r>
            <a:rPr lang="en-US" b="0" i="0" baseline="0" dirty="0"/>
            <a:t> </a:t>
          </a:r>
          <a:r>
            <a:rPr lang="en-US" b="0" i="0" baseline="0" dirty="0" err="1"/>
            <a:t>dụng</a:t>
          </a:r>
          <a:r>
            <a:rPr lang="en-US" b="0" i="0" baseline="0" dirty="0"/>
            <a:t> </a:t>
          </a:r>
          <a:r>
            <a:rPr lang="en-US" b="0" i="0" baseline="0" dirty="0" err="1"/>
            <a:t>liền</a:t>
          </a:r>
          <a:r>
            <a:rPr lang="en-US" b="0" i="0" baseline="0" dirty="0"/>
            <a:t> </a:t>
          </a:r>
          <a:r>
            <a:rPr lang="en-US" b="0" i="0" baseline="0" dirty="0" err="1"/>
            <a:t>mạch</a:t>
          </a:r>
          <a:r>
            <a:rPr lang="en-US" b="0" i="0" baseline="0" dirty="0"/>
            <a:t> </a:t>
          </a:r>
          <a:endParaRPr lang="en-US" dirty="0"/>
        </a:p>
      </dgm:t>
    </dgm:pt>
    <dgm:pt modelId="{410C71C6-CB71-4180-8BC0-ACC3D7C5F7C9}" type="parTrans" cxnId="{CD8EE8FD-58EA-4D23-ACF7-915C744E76A0}">
      <dgm:prSet/>
      <dgm:spPr/>
      <dgm:t>
        <a:bodyPr/>
        <a:lstStyle/>
        <a:p>
          <a:endParaRPr lang="en-US"/>
        </a:p>
      </dgm:t>
    </dgm:pt>
    <dgm:pt modelId="{E5F97F38-52E9-4B83-B680-D12296571ED3}" type="sibTrans" cxnId="{CD8EE8FD-58EA-4D23-ACF7-915C744E76A0}">
      <dgm:prSet/>
      <dgm:spPr/>
      <dgm:t>
        <a:bodyPr/>
        <a:lstStyle/>
        <a:p>
          <a:endParaRPr lang="en-US"/>
        </a:p>
      </dgm:t>
    </dgm:pt>
    <dgm:pt modelId="{1FC56F99-9E69-4B56-942E-EC7794FBFA66}">
      <dgm:prSet/>
      <dgm:spPr/>
      <dgm:t>
        <a:bodyPr/>
        <a:lstStyle/>
        <a:p>
          <a:r>
            <a:rPr lang="en-US" b="1" i="0" baseline="0" dirty="0" err="1"/>
            <a:t>Hạn</a:t>
          </a:r>
          <a:r>
            <a:rPr lang="en-US" b="1" i="0" baseline="0" dirty="0"/>
            <a:t> </a:t>
          </a:r>
          <a:r>
            <a:rPr lang="en-US" b="1" i="0" baseline="0" dirty="0" err="1"/>
            <a:t>chế</a:t>
          </a:r>
          <a:r>
            <a:rPr lang="en-US" b="1" i="0" baseline="0" dirty="0"/>
            <a:t>:</a:t>
          </a:r>
          <a:r>
            <a:rPr lang="en-US" b="0" i="0" baseline="0" dirty="0"/>
            <a:t> </a:t>
          </a:r>
          <a:endParaRPr lang="en-US" dirty="0"/>
        </a:p>
      </dgm:t>
    </dgm:pt>
    <dgm:pt modelId="{894C1479-5ADD-4FBF-9FBE-2D2EA223D4B0}" type="parTrans" cxnId="{A61B7A48-DF74-49A1-9678-676729FECC00}">
      <dgm:prSet/>
      <dgm:spPr/>
      <dgm:t>
        <a:bodyPr/>
        <a:lstStyle/>
        <a:p>
          <a:endParaRPr lang="en-US"/>
        </a:p>
      </dgm:t>
    </dgm:pt>
    <dgm:pt modelId="{B7405A73-FFDD-4C24-8771-2B5AF0060BA1}" type="sibTrans" cxnId="{A61B7A48-DF74-49A1-9678-676729FECC00}">
      <dgm:prSet/>
      <dgm:spPr/>
      <dgm:t>
        <a:bodyPr/>
        <a:lstStyle/>
        <a:p>
          <a:endParaRPr lang="en-US"/>
        </a:p>
      </dgm:t>
    </dgm:pt>
    <dgm:pt modelId="{1FA1495F-8EAF-4F7C-906D-3A991473686C}">
      <dgm:prSet/>
      <dgm:spPr/>
      <dgm:t>
        <a:bodyPr/>
        <a:lstStyle/>
        <a:p>
          <a:r>
            <a:rPr lang="en-US" b="0" i="0" baseline="0" dirty="0" err="1"/>
            <a:t>Chưa</a:t>
          </a:r>
          <a:r>
            <a:rPr lang="en-US" b="0" i="0" baseline="0" dirty="0"/>
            <a:t> </a:t>
          </a:r>
          <a:r>
            <a:rPr lang="en-US" b="0" i="0" baseline="0" dirty="0" err="1"/>
            <a:t>tích</a:t>
          </a:r>
          <a:r>
            <a:rPr lang="en-US" b="0" i="0" baseline="0" dirty="0"/>
            <a:t> </a:t>
          </a:r>
          <a:r>
            <a:rPr lang="en-US" b="0" i="0" baseline="0" dirty="0" err="1"/>
            <a:t>hợp</a:t>
          </a:r>
          <a:r>
            <a:rPr lang="en-US" b="0" i="0" baseline="0" dirty="0"/>
            <a:t> </a:t>
          </a:r>
          <a:r>
            <a:rPr lang="en-US" b="0" i="0" baseline="0" dirty="0" err="1"/>
            <a:t>công</a:t>
          </a:r>
          <a:r>
            <a:rPr lang="en-US" b="0" i="0" baseline="0" dirty="0"/>
            <a:t> </a:t>
          </a:r>
          <a:r>
            <a:rPr lang="en-US" b="0" i="0" baseline="0" dirty="0" err="1"/>
            <a:t>nghệ</a:t>
          </a:r>
          <a:r>
            <a:rPr lang="en-US" b="0" i="0" baseline="0" dirty="0"/>
            <a:t> AI</a:t>
          </a:r>
          <a:endParaRPr lang="en-US" dirty="0"/>
        </a:p>
      </dgm:t>
    </dgm:pt>
    <dgm:pt modelId="{8F73A72E-A1DE-48E4-A22E-2965A79D5379}" type="parTrans" cxnId="{F37AFB7C-B39E-46AA-8CDF-AA6335F035DF}">
      <dgm:prSet/>
      <dgm:spPr/>
      <dgm:t>
        <a:bodyPr/>
        <a:lstStyle/>
        <a:p>
          <a:endParaRPr lang="en-US"/>
        </a:p>
      </dgm:t>
    </dgm:pt>
    <dgm:pt modelId="{D0E6AEAA-BDCD-40E5-ACF4-032DFC9CC34D}" type="sibTrans" cxnId="{F37AFB7C-B39E-46AA-8CDF-AA6335F035DF}">
      <dgm:prSet/>
      <dgm:spPr/>
      <dgm:t>
        <a:bodyPr/>
        <a:lstStyle/>
        <a:p>
          <a:endParaRPr lang="en-US"/>
        </a:p>
      </dgm:t>
    </dgm:pt>
    <dgm:pt modelId="{A7D2EFF9-546D-409A-839B-644747D27B15}">
      <dgm:prSet/>
      <dgm:spPr/>
      <dgm:t>
        <a:bodyPr/>
        <a:lstStyle/>
        <a:p>
          <a:r>
            <a:rPr lang="en-US" dirty="0" err="1"/>
            <a:t>Chưa</a:t>
          </a:r>
          <a:r>
            <a:rPr lang="en-US" dirty="0"/>
            <a:t> </a:t>
          </a:r>
          <a:r>
            <a:rPr lang="en-US" dirty="0" err="1"/>
            <a:t>kết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sinh</a:t>
          </a:r>
          <a:r>
            <a:rPr lang="en-US" dirty="0"/>
            <a:t> </a:t>
          </a:r>
          <a:r>
            <a:rPr lang="en-US" dirty="0" err="1"/>
            <a:t>trác</a:t>
          </a:r>
          <a:r>
            <a:rPr lang="en-US" dirty="0"/>
            <a:t> </a:t>
          </a:r>
          <a:r>
            <a:rPr lang="en-US" dirty="0" err="1"/>
            <a:t>học</a:t>
          </a:r>
          <a:endParaRPr lang="en-US" dirty="0"/>
        </a:p>
      </dgm:t>
    </dgm:pt>
    <dgm:pt modelId="{AD8079FD-B5AA-41DB-805F-B1C5399C09F3}" type="parTrans" cxnId="{B99C33BC-BA69-4857-B406-BC2BD5997A44}">
      <dgm:prSet/>
      <dgm:spPr/>
      <dgm:t>
        <a:bodyPr/>
        <a:lstStyle/>
        <a:p>
          <a:endParaRPr lang="en-US"/>
        </a:p>
      </dgm:t>
    </dgm:pt>
    <dgm:pt modelId="{EE9E9BF9-592F-4F77-AE10-6790FB77A48E}" type="sibTrans" cxnId="{B99C33BC-BA69-4857-B406-BC2BD5997A44}">
      <dgm:prSet/>
      <dgm:spPr/>
      <dgm:t>
        <a:bodyPr/>
        <a:lstStyle/>
        <a:p>
          <a:endParaRPr lang="en-US"/>
        </a:p>
      </dgm:t>
    </dgm:pt>
    <dgm:pt modelId="{7D7482D0-C036-4FF3-BB3B-043FD0496652}" type="pres">
      <dgm:prSet presAssocID="{65DB8EDB-FF9A-4795-A908-61A272DB4A4C}" presName="Name0" presStyleCnt="0">
        <dgm:presLayoutVars>
          <dgm:dir/>
          <dgm:animLvl val="lvl"/>
          <dgm:resizeHandles val="exact"/>
        </dgm:presLayoutVars>
      </dgm:prSet>
      <dgm:spPr/>
    </dgm:pt>
    <dgm:pt modelId="{93141B66-8BE2-4D42-A05C-B67FA58D5130}" type="pres">
      <dgm:prSet presAssocID="{D34EA6B3-F626-470F-9F7B-4EFB48C91E08}" presName="composite" presStyleCnt="0"/>
      <dgm:spPr/>
    </dgm:pt>
    <dgm:pt modelId="{90FA2842-D39A-4F05-A207-D8183C17528F}" type="pres">
      <dgm:prSet presAssocID="{D34EA6B3-F626-470F-9F7B-4EFB48C91E0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1445754-D39E-41F8-8224-76E52D4755DE}" type="pres">
      <dgm:prSet presAssocID="{D34EA6B3-F626-470F-9F7B-4EFB48C91E08}" presName="desTx" presStyleLbl="alignAccFollowNode1" presStyleIdx="0" presStyleCnt="2">
        <dgm:presLayoutVars>
          <dgm:bulletEnabled val="1"/>
        </dgm:presLayoutVars>
      </dgm:prSet>
      <dgm:spPr/>
    </dgm:pt>
    <dgm:pt modelId="{2461986D-B021-4741-A9CF-2E7A5B725DCD}" type="pres">
      <dgm:prSet presAssocID="{B6896406-5B04-4F6A-8358-ECFF746FD455}" presName="space" presStyleCnt="0"/>
      <dgm:spPr/>
    </dgm:pt>
    <dgm:pt modelId="{0D6FD2DD-1238-45FD-AA0E-70D6CFF838E7}" type="pres">
      <dgm:prSet presAssocID="{1FC56F99-9E69-4B56-942E-EC7794FBFA66}" presName="composite" presStyleCnt="0"/>
      <dgm:spPr/>
    </dgm:pt>
    <dgm:pt modelId="{CC07FB36-B3A0-4DFF-A62F-7D15140DA39C}" type="pres">
      <dgm:prSet presAssocID="{1FC56F99-9E69-4B56-942E-EC7794FBFA6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1B217F5-36A9-4A1B-8CAA-6E5B799387F5}" type="pres">
      <dgm:prSet presAssocID="{1FC56F99-9E69-4B56-942E-EC7794FBFA6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4DCA238-548F-403B-9000-295599DEFA16}" type="presOf" srcId="{A11E5E12-ED7F-4BAD-BE46-C0E064E2CBE2}" destId="{C1445754-D39E-41F8-8224-76E52D4755DE}" srcOrd="0" destOrd="0" presId="urn:microsoft.com/office/officeart/2005/8/layout/hList1"/>
    <dgm:cxn modelId="{A61B7A48-DF74-49A1-9678-676729FECC00}" srcId="{65DB8EDB-FF9A-4795-A908-61A272DB4A4C}" destId="{1FC56F99-9E69-4B56-942E-EC7794FBFA66}" srcOrd="1" destOrd="0" parTransId="{894C1479-5ADD-4FBF-9FBE-2D2EA223D4B0}" sibTransId="{B7405A73-FFDD-4C24-8771-2B5AF0060BA1}"/>
    <dgm:cxn modelId="{9B3CEE69-4D2C-4E49-A536-664779CBB227}" srcId="{D34EA6B3-F626-470F-9F7B-4EFB48C91E08}" destId="{A11E5E12-ED7F-4BAD-BE46-C0E064E2CBE2}" srcOrd="0" destOrd="0" parTransId="{E4F239E0-CD13-420C-8071-4211FB0053D8}" sibTransId="{E38DA1E0-6395-44BD-8B3B-5AA003FBF70E}"/>
    <dgm:cxn modelId="{FB7C666C-A7F9-49B5-8069-CC4A414BBE49}" type="presOf" srcId="{1FC56F99-9E69-4B56-942E-EC7794FBFA66}" destId="{CC07FB36-B3A0-4DFF-A62F-7D15140DA39C}" srcOrd="0" destOrd="0" presId="urn:microsoft.com/office/officeart/2005/8/layout/hList1"/>
    <dgm:cxn modelId="{30B72E77-1A14-4285-9110-367E9A0DADA7}" srcId="{D34EA6B3-F626-470F-9F7B-4EFB48C91E08}" destId="{73B755A1-520A-4DB3-8139-DD438FC7F0FE}" srcOrd="1" destOrd="0" parTransId="{748CB4C4-E032-457C-BC60-93877EEA5D7E}" sibTransId="{AB2FA658-9887-4366-A252-A8A039C81BCC}"/>
    <dgm:cxn modelId="{F37AFB7C-B39E-46AA-8CDF-AA6335F035DF}" srcId="{1FC56F99-9E69-4B56-942E-EC7794FBFA66}" destId="{1FA1495F-8EAF-4F7C-906D-3A991473686C}" srcOrd="0" destOrd="0" parTransId="{8F73A72E-A1DE-48E4-A22E-2965A79D5379}" sibTransId="{D0E6AEAA-BDCD-40E5-ACF4-032DFC9CC34D}"/>
    <dgm:cxn modelId="{76836B92-D22A-4DFD-970F-762B39B7E512}" type="presOf" srcId="{73B755A1-520A-4DB3-8139-DD438FC7F0FE}" destId="{C1445754-D39E-41F8-8224-76E52D4755DE}" srcOrd="0" destOrd="1" presId="urn:microsoft.com/office/officeart/2005/8/layout/hList1"/>
    <dgm:cxn modelId="{F804DF95-D09D-40E5-8199-B1E528EBADA8}" type="presOf" srcId="{1FA1495F-8EAF-4F7C-906D-3A991473686C}" destId="{81B217F5-36A9-4A1B-8CAA-6E5B799387F5}" srcOrd="0" destOrd="0" presId="urn:microsoft.com/office/officeart/2005/8/layout/hList1"/>
    <dgm:cxn modelId="{E1CDDBAA-FF0E-4EE2-A2A2-165F5BFFEAB4}" type="presOf" srcId="{5A75135E-7883-4401-9AC4-1696794C3250}" destId="{C1445754-D39E-41F8-8224-76E52D4755DE}" srcOrd="0" destOrd="2" presId="urn:microsoft.com/office/officeart/2005/8/layout/hList1"/>
    <dgm:cxn modelId="{756C5CAC-A5A6-4E3D-9F1C-7F2514714338}" type="presOf" srcId="{65DB8EDB-FF9A-4795-A908-61A272DB4A4C}" destId="{7D7482D0-C036-4FF3-BB3B-043FD0496652}" srcOrd="0" destOrd="0" presId="urn:microsoft.com/office/officeart/2005/8/layout/hList1"/>
    <dgm:cxn modelId="{B5FDF0BB-42FC-4F04-BE11-A261D7A1BEF8}" srcId="{65DB8EDB-FF9A-4795-A908-61A272DB4A4C}" destId="{D34EA6B3-F626-470F-9F7B-4EFB48C91E08}" srcOrd="0" destOrd="0" parTransId="{49840DA0-934F-444C-A8D5-D9D61BC665B4}" sibTransId="{B6896406-5B04-4F6A-8358-ECFF746FD455}"/>
    <dgm:cxn modelId="{B99C33BC-BA69-4857-B406-BC2BD5997A44}" srcId="{1FC56F99-9E69-4B56-942E-EC7794FBFA66}" destId="{A7D2EFF9-546D-409A-839B-644747D27B15}" srcOrd="1" destOrd="0" parTransId="{AD8079FD-B5AA-41DB-805F-B1C5399C09F3}" sibTransId="{EE9E9BF9-592F-4F77-AE10-6790FB77A48E}"/>
    <dgm:cxn modelId="{8C26A2EA-EAEB-4286-8456-8CB80639BA7B}" type="presOf" srcId="{A7D2EFF9-546D-409A-839B-644747D27B15}" destId="{81B217F5-36A9-4A1B-8CAA-6E5B799387F5}" srcOrd="0" destOrd="1" presId="urn:microsoft.com/office/officeart/2005/8/layout/hList1"/>
    <dgm:cxn modelId="{F9700BF9-F8AA-485D-8AE6-848FA0FB95C8}" type="presOf" srcId="{D34EA6B3-F626-470F-9F7B-4EFB48C91E08}" destId="{90FA2842-D39A-4F05-A207-D8183C17528F}" srcOrd="0" destOrd="0" presId="urn:microsoft.com/office/officeart/2005/8/layout/hList1"/>
    <dgm:cxn modelId="{CD8EE8FD-58EA-4D23-ACF7-915C744E76A0}" srcId="{D34EA6B3-F626-470F-9F7B-4EFB48C91E08}" destId="{5A75135E-7883-4401-9AC4-1696794C3250}" srcOrd="2" destOrd="0" parTransId="{410C71C6-CB71-4180-8BC0-ACC3D7C5F7C9}" sibTransId="{E5F97F38-52E9-4B83-B680-D12296571ED3}"/>
    <dgm:cxn modelId="{E95C2265-E25A-4F45-9633-324BAC7B9561}" type="presParOf" srcId="{7D7482D0-C036-4FF3-BB3B-043FD0496652}" destId="{93141B66-8BE2-4D42-A05C-B67FA58D5130}" srcOrd="0" destOrd="0" presId="urn:microsoft.com/office/officeart/2005/8/layout/hList1"/>
    <dgm:cxn modelId="{73942D0A-2D54-4ACF-96A7-962818D4EBE9}" type="presParOf" srcId="{93141B66-8BE2-4D42-A05C-B67FA58D5130}" destId="{90FA2842-D39A-4F05-A207-D8183C17528F}" srcOrd="0" destOrd="0" presId="urn:microsoft.com/office/officeart/2005/8/layout/hList1"/>
    <dgm:cxn modelId="{4EF3A120-60B0-4BF1-9A7F-696216F0C683}" type="presParOf" srcId="{93141B66-8BE2-4D42-A05C-B67FA58D5130}" destId="{C1445754-D39E-41F8-8224-76E52D4755DE}" srcOrd="1" destOrd="0" presId="urn:microsoft.com/office/officeart/2005/8/layout/hList1"/>
    <dgm:cxn modelId="{1B3CBCF1-9711-4F94-9F68-C85236AF8410}" type="presParOf" srcId="{7D7482D0-C036-4FF3-BB3B-043FD0496652}" destId="{2461986D-B021-4741-A9CF-2E7A5B725DCD}" srcOrd="1" destOrd="0" presId="urn:microsoft.com/office/officeart/2005/8/layout/hList1"/>
    <dgm:cxn modelId="{AD872B36-A320-44DB-BEB9-37CAFF8F6689}" type="presParOf" srcId="{7D7482D0-C036-4FF3-BB3B-043FD0496652}" destId="{0D6FD2DD-1238-45FD-AA0E-70D6CFF838E7}" srcOrd="2" destOrd="0" presId="urn:microsoft.com/office/officeart/2005/8/layout/hList1"/>
    <dgm:cxn modelId="{6C6D79EC-4FF5-41A1-A002-EF11EB5C7936}" type="presParOf" srcId="{0D6FD2DD-1238-45FD-AA0E-70D6CFF838E7}" destId="{CC07FB36-B3A0-4DFF-A62F-7D15140DA39C}" srcOrd="0" destOrd="0" presId="urn:microsoft.com/office/officeart/2005/8/layout/hList1"/>
    <dgm:cxn modelId="{DA10C545-1E73-4A3A-B914-9D0A24FCB426}" type="presParOf" srcId="{0D6FD2DD-1238-45FD-AA0E-70D6CFF838E7}" destId="{81B217F5-36A9-4A1B-8CAA-6E5B799387F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D838584-BC0E-4827-BB82-6144912BE81E}" type="doc">
      <dgm:prSet loTypeId="urn:microsoft.com/office/officeart/2008/layout/AlternatingPictureBlocks#2" loCatId="list" qsTypeId="urn:microsoft.com/office/officeart/2005/8/quickstyle/simple1#22" qsCatId="simple" csTypeId="urn:microsoft.com/office/officeart/2005/8/colors/accent1_1#16" csCatId="accent1" phldr="1"/>
      <dgm:spPr/>
      <dgm:t>
        <a:bodyPr/>
        <a:lstStyle/>
        <a:p>
          <a:endParaRPr lang="en-US"/>
        </a:p>
      </dgm:t>
    </dgm:pt>
    <dgm:pt modelId="{09C536B5-379D-4ED6-93AE-798A97817A46}">
      <dgm:prSet/>
      <dgm:spPr/>
      <dgm:t>
        <a:bodyPr/>
        <a:lstStyle/>
        <a:p>
          <a:r>
            <a:rPr lang="vi-VN" dirty="0"/>
            <a:t>Tích hợp AI vào quy trình tuyển dụng</a:t>
          </a:r>
          <a:endParaRPr lang="en-US" dirty="0"/>
        </a:p>
      </dgm:t>
    </dgm:pt>
    <dgm:pt modelId="{D2749EFD-82E2-495B-A7B3-1E9DA18570EA}" type="parTrans" cxnId="{AC5A8BB6-4F96-4775-B4B9-F24603CD5CAC}">
      <dgm:prSet/>
      <dgm:spPr/>
      <dgm:t>
        <a:bodyPr/>
        <a:lstStyle/>
        <a:p>
          <a:endParaRPr lang="en-US"/>
        </a:p>
      </dgm:t>
    </dgm:pt>
    <dgm:pt modelId="{DBDFCAC4-43CA-4415-BFBA-B78003A18E4F}" type="sibTrans" cxnId="{AC5A8BB6-4F96-4775-B4B9-F24603CD5CAC}">
      <dgm:prSet/>
      <dgm:spPr/>
      <dgm:t>
        <a:bodyPr/>
        <a:lstStyle/>
        <a:p>
          <a:endParaRPr lang="en-US"/>
        </a:p>
      </dgm:t>
    </dgm:pt>
    <dgm:pt modelId="{973CD162-A689-42F6-9253-CC483CA8A8E6}">
      <dgm:prSet/>
      <dgm:spPr/>
      <dgm:t>
        <a:bodyPr/>
        <a:lstStyle/>
        <a:p>
          <a:r>
            <a:rPr lang="vi-VN"/>
            <a:t>Mở rộng hạ tầng theo quy mô người dùng</a:t>
          </a:r>
          <a:endParaRPr lang="en-US"/>
        </a:p>
      </dgm:t>
    </dgm:pt>
    <dgm:pt modelId="{6A5D91AF-A399-4E4A-9FBE-0A008D1D557D}" type="parTrans" cxnId="{E201A9BF-0A13-49E0-882E-5E1EF4E72C95}">
      <dgm:prSet/>
      <dgm:spPr/>
      <dgm:t>
        <a:bodyPr/>
        <a:lstStyle/>
        <a:p>
          <a:endParaRPr lang="en-US"/>
        </a:p>
      </dgm:t>
    </dgm:pt>
    <dgm:pt modelId="{743AF79D-9151-4AE5-B44A-A5FCF9924415}" type="sibTrans" cxnId="{E201A9BF-0A13-49E0-882E-5E1EF4E72C95}">
      <dgm:prSet/>
      <dgm:spPr/>
      <dgm:t>
        <a:bodyPr/>
        <a:lstStyle/>
        <a:p>
          <a:endParaRPr lang="en-US"/>
        </a:p>
      </dgm:t>
    </dgm:pt>
    <dgm:pt modelId="{D041AF89-4D5A-4FB9-B844-63E2554F4084}">
      <dgm:prSet/>
      <dgm:spPr/>
      <dgm:t>
        <a:bodyPr/>
        <a:lstStyle/>
        <a:p>
          <a:r>
            <a:rPr lang="vi-VN"/>
            <a:t>Phát triển các công cụ phân tích dữ liệu nâng cao</a:t>
          </a:r>
          <a:endParaRPr lang="en-US"/>
        </a:p>
      </dgm:t>
    </dgm:pt>
    <dgm:pt modelId="{F94A6A5F-D7D8-44B6-8A26-F465E3E2F8E2}" type="parTrans" cxnId="{934293D9-11C2-46C8-8573-EDD2B4AAA76A}">
      <dgm:prSet/>
      <dgm:spPr/>
      <dgm:t>
        <a:bodyPr/>
        <a:lstStyle/>
        <a:p>
          <a:endParaRPr lang="en-US"/>
        </a:p>
      </dgm:t>
    </dgm:pt>
    <dgm:pt modelId="{0A80E5BF-9E72-4F28-B556-9A48D315AB10}" type="sibTrans" cxnId="{934293D9-11C2-46C8-8573-EDD2B4AAA76A}">
      <dgm:prSet/>
      <dgm:spPr/>
      <dgm:t>
        <a:bodyPr/>
        <a:lstStyle/>
        <a:p>
          <a:endParaRPr lang="en-US"/>
        </a:p>
      </dgm:t>
    </dgm:pt>
    <dgm:pt modelId="{98F0CC3E-0621-47CF-9E10-A690B46DC514}" type="pres">
      <dgm:prSet presAssocID="{5D838584-BC0E-4827-BB82-6144912BE81E}" presName="linearFlow" presStyleCnt="0">
        <dgm:presLayoutVars>
          <dgm:dir/>
          <dgm:resizeHandles val="exact"/>
        </dgm:presLayoutVars>
      </dgm:prSet>
      <dgm:spPr/>
    </dgm:pt>
    <dgm:pt modelId="{4174E3A0-9A65-4AB2-A465-DF791332F5F6}" type="pres">
      <dgm:prSet presAssocID="{09C536B5-379D-4ED6-93AE-798A97817A46}" presName="comp" presStyleCnt="0"/>
      <dgm:spPr/>
    </dgm:pt>
    <dgm:pt modelId="{D7706F04-50E9-47C1-A9A7-B1FA61AB9D1F}" type="pres">
      <dgm:prSet presAssocID="{09C536B5-379D-4ED6-93AE-798A97817A46}" presName="rect2" presStyleLbl="node1" presStyleIdx="0" presStyleCnt="3">
        <dgm:presLayoutVars>
          <dgm:bulletEnabled val="1"/>
        </dgm:presLayoutVars>
      </dgm:prSet>
      <dgm:spPr/>
    </dgm:pt>
    <dgm:pt modelId="{BA2AA453-4163-45EE-951A-50701A6CB07E}" type="pres">
      <dgm:prSet presAssocID="{09C536B5-379D-4ED6-93AE-798A97817A46}" presName="rect1" presStyleLbl="ln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000" r="-1000"/>
          </a:stretch>
        </a:blipFill>
      </dgm:spPr>
    </dgm:pt>
    <dgm:pt modelId="{AC39CCB3-5E51-46A5-BC96-5D44DF0622E1}" type="pres">
      <dgm:prSet presAssocID="{DBDFCAC4-43CA-4415-BFBA-B78003A18E4F}" presName="sibTrans" presStyleCnt="0"/>
      <dgm:spPr/>
    </dgm:pt>
    <dgm:pt modelId="{473C7654-D215-428C-8987-27353812B364}" type="pres">
      <dgm:prSet presAssocID="{973CD162-A689-42F6-9253-CC483CA8A8E6}" presName="comp" presStyleCnt="0"/>
      <dgm:spPr/>
    </dgm:pt>
    <dgm:pt modelId="{774FCEC9-798C-472A-9E61-2154D800673F}" type="pres">
      <dgm:prSet presAssocID="{973CD162-A689-42F6-9253-CC483CA8A8E6}" presName="rect2" presStyleLbl="node1" presStyleIdx="1" presStyleCnt="3">
        <dgm:presLayoutVars>
          <dgm:bulletEnabled val="1"/>
        </dgm:presLayoutVars>
      </dgm:prSet>
      <dgm:spPr/>
    </dgm:pt>
    <dgm:pt modelId="{9ABBE9BB-B7B0-4341-95D6-E0CCE306DAD0}" type="pres">
      <dgm:prSet presAssocID="{973CD162-A689-42F6-9253-CC483CA8A8E6}" presName="rect1" presStyleLbl="ln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000" r="-1000"/>
          </a:stretch>
        </a:blipFill>
      </dgm:spPr>
    </dgm:pt>
    <dgm:pt modelId="{D492C9FE-3F4F-45B9-8F90-DB8D056FAF58}" type="pres">
      <dgm:prSet presAssocID="{743AF79D-9151-4AE5-B44A-A5FCF9924415}" presName="sibTrans" presStyleCnt="0"/>
      <dgm:spPr/>
    </dgm:pt>
    <dgm:pt modelId="{5D1A4A55-6FDC-4397-BB3C-3CEE74FC7AF8}" type="pres">
      <dgm:prSet presAssocID="{D041AF89-4D5A-4FB9-B844-63E2554F4084}" presName="comp" presStyleCnt="0"/>
      <dgm:spPr/>
    </dgm:pt>
    <dgm:pt modelId="{E6763938-434E-4299-BD14-0831B6CF5693}" type="pres">
      <dgm:prSet presAssocID="{D041AF89-4D5A-4FB9-B844-63E2554F4084}" presName="rect2" presStyleLbl="node1" presStyleIdx="2" presStyleCnt="3">
        <dgm:presLayoutVars>
          <dgm:bulletEnabled val="1"/>
        </dgm:presLayoutVars>
      </dgm:prSet>
      <dgm:spPr/>
    </dgm:pt>
    <dgm:pt modelId="{C8ABF71F-8ACB-40C7-BB48-9B20C3D46660}" type="pres">
      <dgm:prSet presAssocID="{D041AF89-4D5A-4FB9-B844-63E2554F4084}" presName="rect1" presStyleLbl="ln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1000" r="-1000"/>
          </a:stretch>
        </a:blipFill>
      </dgm:spPr>
    </dgm:pt>
  </dgm:ptLst>
  <dgm:cxnLst>
    <dgm:cxn modelId="{0FCF842B-08DE-451B-8BF6-D1DAB32FC511}" type="presOf" srcId="{09C536B5-379D-4ED6-93AE-798A97817A46}" destId="{D7706F04-50E9-47C1-A9A7-B1FA61AB9D1F}" srcOrd="0" destOrd="0" presId="urn:microsoft.com/office/officeart/2008/layout/AlternatingPictureBlocks#2"/>
    <dgm:cxn modelId="{5EAD2166-3601-4D54-9EA1-3AC3CBEC9E99}" type="presOf" srcId="{5D838584-BC0E-4827-BB82-6144912BE81E}" destId="{98F0CC3E-0621-47CF-9E10-A690B46DC514}" srcOrd="0" destOrd="0" presId="urn:microsoft.com/office/officeart/2008/layout/AlternatingPictureBlocks#2"/>
    <dgm:cxn modelId="{C1384B75-E15C-4BC9-9448-047B742A55D7}" type="presOf" srcId="{D041AF89-4D5A-4FB9-B844-63E2554F4084}" destId="{E6763938-434E-4299-BD14-0831B6CF5693}" srcOrd="0" destOrd="0" presId="urn:microsoft.com/office/officeart/2008/layout/AlternatingPictureBlocks#2"/>
    <dgm:cxn modelId="{AC5A8BB6-4F96-4775-B4B9-F24603CD5CAC}" srcId="{5D838584-BC0E-4827-BB82-6144912BE81E}" destId="{09C536B5-379D-4ED6-93AE-798A97817A46}" srcOrd="0" destOrd="0" parTransId="{D2749EFD-82E2-495B-A7B3-1E9DA18570EA}" sibTransId="{DBDFCAC4-43CA-4415-BFBA-B78003A18E4F}"/>
    <dgm:cxn modelId="{E201A9BF-0A13-49E0-882E-5E1EF4E72C95}" srcId="{5D838584-BC0E-4827-BB82-6144912BE81E}" destId="{973CD162-A689-42F6-9253-CC483CA8A8E6}" srcOrd="1" destOrd="0" parTransId="{6A5D91AF-A399-4E4A-9FBE-0A008D1D557D}" sibTransId="{743AF79D-9151-4AE5-B44A-A5FCF9924415}"/>
    <dgm:cxn modelId="{934293D9-11C2-46C8-8573-EDD2B4AAA76A}" srcId="{5D838584-BC0E-4827-BB82-6144912BE81E}" destId="{D041AF89-4D5A-4FB9-B844-63E2554F4084}" srcOrd="2" destOrd="0" parTransId="{F94A6A5F-D7D8-44B6-8A26-F465E3E2F8E2}" sibTransId="{0A80E5BF-9E72-4F28-B556-9A48D315AB10}"/>
    <dgm:cxn modelId="{0D77FEFE-5FFF-4A28-B472-8A6E83FBF329}" type="presOf" srcId="{973CD162-A689-42F6-9253-CC483CA8A8E6}" destId="{774FCEC9-798C-472A-9E61-2154D800673F}" srcOrd="0" destOrd="0" presId="urn:microsoft.com/office/officeart/2008/layout/AlternatingPictureBlocks#2"/>
    <dgm:cxn modelId="{02609A4C-DEED-4ED7-BF81-37D1390D5A6F}" type="presParOf" srcId="{98F0CC3E-0621-47CF-9E10-A690B46DC514}" destId="{4174E3A0-9A65-4AB2-A465-DF791332F5F6}" srcOrd="0" destOrd="0" presId="urn:microsoft.com/office/officeart/2008/layout/AlternatingPictureBlocks#2"/>
    <dgm:cxn modelId="{F6F24E3E-1BFF-48FC-9BCD-F17B427D46CE}" type="presParOf" srcId="{4174E3A0-9A65-4AB2-A465-DF791332F5F6}" destId="{D7706F04-50E9-47C1-A9A7-B1FA61AB9D1F}" srcOrd="0" destOrd="0" presId="urn:microsoft.com/office/officeart/2008/layout/AlternatingPictureBlocks#2"/>
    <dgm:cxn modelId="{B3249E37-D9EE-4F5A-AAC2-3D2709679637}" type="presParOf" srcId="{4174E3A0-9A65-4AB2-A465-DF791332F5F6}" destId="{BA2AA453-4163-45EE-951A-50701A6CB07E}" srcOrd="1" destOrd="0" presId="urn:microsoft.com/office/officeart/2008/layout/AlternatingPictureBlocks#2"/>
    <dgm:cxn modelId="{E0DF1021-1DF6-426A-A807-8B7FAADB76E1}" type="presParOf" srcId="{98F0CC3E-0621-47CF-9E10-A690B46DC514}" destId="{AC39CCB3-5E51-46A5-BC96-5D44DF0622E1}" srcOrd="1" destOrd="0" presId="urn:microsoft.com/office/officeart/2008/layout/AlternatingPictureBlocks#2"/>
    <dgm:cxn modelId="{95202857-69F1-45A0-8E75-A2CF034EF4A4}" type="presParOf" srcId="{98F0CC3E-0621-47CF-9E10-A690B46DC514}" destId="{473C7654-D215-428C-8987-27353812B364}" srcOrd="2" destOrd="0" presId="urn:microsoft.com/office/officeart/2008/layout/AlternatingPictureBlocks#2"/>
    <dgm:cxn modelId="{737046F5-FE65-4702-B56A-76C93F5276F4}" type="presParOf" srcId="{473C7654-D215-428C-8987-27353812B364}" destId="{774FCEC9-798C-472A-9E61-2154D800673F}" srcOrd="0" destOrd="0" presId="urn:microsoft.com/office/officeart/2008/layout/AlternatingPictureBlocks#2"/>
    <dgm:cxn modelId="{467C411C-A13B-48AF-BD00-21C4FA298DFB}" type="presParOf" srcId="{473C7654-D215-428C-8987-27353812B364}" destId="{9ABBE9BB-B7B0-4341-95D6-E0CCE306DAD0}" srcOrd="1" destOrd="0" presId="urn:microsoft.com/office/officeart/2008/layout/AlternatingPictureBlocks#2"/>
    <dgm:cxn modelId="{E7E9954F-FF4C-41D9-97D9-10E59BAD972D}" type="presParOf" srcId="{98F0CC3E-0621-47CF-9E10-A690B46DC514}" destId="{D492C9FE-3F4F-45B9-8F90-DB8D056FAF58}" srcOrd="3" destOrd="0" presId="urn:microsoft.com/office/officeart/2008/layout/AlternatingPictureBlocks#2"/>
    <dgm:cxn modelId="{3F692A9B-33F4-40F4-B03D-AFE7C37BCC44}" type="presParOf" srcId="{98F0CC3E-0621-47CF-9E10-A690B46DC514}" destId="{5D1A4A55-6FDC-4397-BB3C-3CEE74FC7AF8}" srcOrd="4" destOrd="0" presId="urn:microsoft.com/office/officeart/2008/layout/AlternatingPictureBlocks#2"/>
    <dgm:cxn modelId="{79726139-6D50-4DD0-8D60-ED2245A31903}" type="presParOf" srcId="{5D1A4A55-6FDC-4397-BB3C-3CEE74FC7AF8}" destId="{E6763938-434E-4299-BD14-0831B6CF5693}" srcOrd="0" destOrd="0" presId="urn:microsoft.com/office/officeart/2008/layout/AlternatingPictureBlocks#2"/>
    <dgm:cxn modelId="{2F924A97-B84D-498D-9562-D19E778824AE}" type="presParOf" srcId="{5D1A4A55-6FDC-4397-BB3C-3CEE74FC7AF8}" destId="{C8ABF71F-8ACB-40C7-BB48-9B20C3D46660}" srcOrd="1" destOrd="0" presId="urn:microsoft.com/office/officeart/2008/layout/AlternatingPictureBlocks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1EC88-7B2E-46A7-BA10-037A20E3677C}">
      <dsp:nvSpPr>
        <dsp:cNvPr id="0" name=""/>
        <dsp:cNvSpPr/>
      </dsp:nvSpPr>
      <dsp:spPr>
        <a:xfrm rot="16200000">
          <a:off x="-1182944" y="1190007"/>
          <a:ext cx="3683358" cy="130334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Lý do </a:t>
          </a:r>
          <a:r>
            <a:rPr lang="en-US" sz="2900" kern="1200" dirty="0" err="1"/>
            <a:t>chọn</a:t>
          </a:r>
          <a:r>
            <a:rPr lang="en-US" sz="2900" kern="1200" dirty="0"/>
            <a:t> </a:t>
          </a:r>
          <a:r>
            <a:rPr lang="en-US" sz="2900" kern="1200" dirty="0" err="1"/>
            <a:t>đề</a:t>
          </a:r>
          <a:r>
            <a:rPr lang="en-US" sz="2900" kern="1200" dirty="0"/>
            <a:t> </a:t>
          </a:r>
          <a:r>
            <a:rPr lang="en-US" sz="2900" kern="1200" dirty="0" err="1"/>
            <a:t>tài</a:t>
          </a:r>
          <a:endParaRPr lang="en-US" sz="2900" kern="1200" dirty="0"/>
        </a:p>
      </dsp:txBody>
      <dsp:txXfrm rot="5400000">
        <a:off x="7063" y="736672"/>
        <a:ext cx="1303343" cy="2210014"/>
      </dsp:txXfrm>
    </dsp:sp>
    <dsp:sp modelId="{3A43FC58-84D8-450C-A734-25173B31E5F2}">
      <dsp:nvSpPr>
        <dsp:cNvPr id="0" name=""/>
        <dsp:cNvSpPr/>
      </dsp:nvSpPr>
      <dsp:spPr>
        <a:xfrm rot="16200000">
          <a:off x="218149" y="1190007"/>
          <a:ext cx="3683358" cy="130334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Mục</a:t>
          </a:r>
          <a:r>
            <a:rPr lang="en-US" sz="2900" kern="1200" dirty="0"/>
            <a:t> </a:t>
          </a:r>
          <a:r>
            <a:rPr lang="en-US" sz="2900" kern="1200" dirty="0" err="1"/>
            <a:t>tiêu</a:t>
          </a:r>
          <a:r>
            <a:rPr lang="en-US" sz="2900" kern="1200" dirty="0"/>
            <a:t> &amp; </a:t>
          </a:r>
          <a:r>
            <a:rPr lang="en-US" sz="2900" kern="1200" dirty="0" err="1"/>
            <a:t>phạm</a:t>
          </a:r>
          <a:r>
            <a:rPr lang="en-US" sz="2900" kern="1200" dirty="0"/>
            <a:t> vi</a:t>
          </a:r>
        </a:p>
      </dsp:txBody>
      <dsp:txXfrm rot="5400000">
        <a:off x="1408156" y="736672"/>
        <a:ext cx="1303343" cy="2210014"/>
      </dsp:txXfrm>
    </dsp:sp>
    <dsp:sp modelId="{56F66401-E984-4A05-B599-257AD8DFA4EE}">
      <dsp:nvSpPr>
        <dsp:cNvPr id="0" name=""/>
        <dsp:cNvSpPr/>
      </dsp:nvSpPr>
      <dsp:spPr>
        <a:xfrm rot="16200000">
          <a:off x="1619242" y="1190007"/>
          <a:ext cx="3683358" cy="130334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Công </a:t>
          </a:r>
          <a:r>
            <a:rPr lang="en-US" sz="2900" kern="1200" dirty="0" err="1"/>
            <a:t>nghệ</a:t>
          </a:r>
          <a:r>
            <a:rPr lang="en-US" sz="2900" kern="1200" dirty="0"/>
            <a:t> </a:t>
          </a:r>
          <a:r>
            <a:rPr lang="en-US" sz="2900" kern="1200" dirty="0" err="1"/>
            <a:t>sử</a:t>
          </a:r>
          <a:r>
            <a:rPr lang="en-US" sz="2900" kern="1200" dirty="0"/>
            <a:t> </a:t>
          </a:r>
          <a:r>
            <a:rPr lang="en-US" sz="2900" kern="1200" dirty="0" err="1"/>
            <a:t>dụng</a:t>
          </a:r>
          <a:endParaRPr lang="en-US" sz="2900" kern="1200" dirty="0"/>
        </a:p>
      </dsp:txBody>
      <dsp:txXfrm rot="5400000">
        <a:off x="2809249" y="736672"/>
        <a:ext cx="1303343" cy="2210014"/>
      </dsp:txXfrm>
    </dsp:sp>
    <dsp:sp modelId="{48DADF49-2BD7-454A-A8A7-1606A7C45E3F}">
      <dsp:nvSpPr>
        <dsp:cNvPr id="0" name=""/>
        <dsp:cNvSpPr/>
      </dsp:nvSpPr>
      <dsp:spPr>
        <a:xfrm rot="16200000">
          <a:off x="3020336" y="1190007"/>
          <a:ext cx="3683358" cy="130334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Kiến</a:t>
          </a:r>
          <a:r>
            <a:rPr lang="en-US" sz="2900" kern="1200" dirty="0"/>
            <a:t> </a:t>
          </a:r>
          <a:r>
            <a:rPr lang="en-US" sz="2900" kern="1200" dirty="0" err="1"/>
            <a:t>trúc</a:t>
          </a:r>
          <a:r>
            <a:rPr lang="en-US" sz="2900" kern="1200" dirty="0"/>
            <a:t> </a:t>
          </a:r>
          <a:r>
            <a:rPr lang="en-US" sz="2900" kern="1200" dirty="0" err="1"/>
            <a:t>hệ</a:t>
          </a:r>
          <a:r>
            <a:rPr lang="en-US" sz="2900" kern="1200" dirty="0"/>
            <a:t> </a:t>
          </a:r>
          <a:r>
            <a:rPr lang="en-US" sz="2900" kern="1200" dirty="0" err="1"/>
            <a:t>thống</a:t>
          </a:r>
          <a:endParaRPr lang="en-US" sz="2900" kern="1200" dirty="0"/>
        </a:p>
      </dsp:txBody>
      <dsp:txXfrm rot="5400000">
        <a:off x="4210343" y="736672"/>
        <a:ext cx="1303343" cy="2210014"/>
      </dsp:txXfrm>
    </dsp:sp>
    <dsp:sp modelId="{57247B8A-DB57-41ED-8E88-A70DBE5E2F93}">
      <dsp:nvSpPr>
        <dsp:cNvPr id="0" name=""/>
        <dsp:cNvSpPr/>
      </dsp:nvSpPr>
      <dsp:spPr>
        <a:xfrm rot="16200000">
          <a:off x="4421430" y="1190007"/>
          <a:ext cx="3683358" cy="130334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Quy </a:t>
          </a:r>
          <a:r>
            <a:rPr lang="en-US" sz="2900" kern="1200" dirty="0" err="1"/>
            <a:t>trình</a:t>
          </a:r>
          <a:r>
            <a:rPr lang="en-US" sz="2900" kern="1200" dirty="0"/>
            <a:t> </a:t>
          </a:r>
          <a:r>
            <a:rPr lang="en-US" sz="2900" kern="1200" dirty="0" err="1"/>
            <a:t>tuyển</a:t>
          </a:r>
          <a:r>
            <a:rPr lang="en-US" sz="2900" kern="1200" dirty="0"/>
            <a:t> </a:t>
          </a:r>
          <a:r>
            <a:rPr lang="en-US" sz="2900" kern="1200" dirty="0" err="1"/>
            <a:t>dụng</a:t>
          </a:r>
          <a:endParaRPr lang="en-US" sz="2900" kern="1200" dirty="0"/>
        </a:p>
      </dsp:txBody>
      <dsp:txXfrm rot="5400000">
        <a:off x="5611437" y="736672"/>
        <a:ext cx="1303343" cy="2210014"/>
      </dsp:txXfrm>
    </dsp:sp>
    <dsp:sp modelId="{1E305D76-F2FB-4632-979D-7D9A06349953}">
      <dsp:nvSpPr>
        <dsp:cNvPr id="0" name=""/>
        <dsp:cNvSpPr/>
      </dsp:nvSpPr>
      <dsp:spPr>
        <a:xfrm rot="16200000">
          <a:off x="5822523" y="1190007"/>
          <a:ext cx="3683358" cy="130334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Chức</a:t>
          </a:r>
          <a:r>
            <a:rPr lang="en-US" sz="2900" kern="1200" dirty="0"/>
            <a:t> </a:t>
          </a:r>
          <a:r>
            <a:rPr lang="en-US" sz="2900" kern="1200" dirty="0" err="1"/>
            <a:t>năng</a:t>
          </a:r>
          <a:r>
            <a:rPr lang="en-US" sz="2900" kern="1200" dirty="0"/>
            <a:t> </a:t>
          </a:r>
          <a:r>
            <a:rPr lang="en-US" sz="2900" kern="1200" dirty="0" err="1"/>
            <a:t>chính</a:t>
          </a:r>
          <a:endParaRPr lang="en-US" sz="2900" kern="1200" dirty="0"/>
        </a:p>
      </dsp:txBody>
      <dsp:txXfrm rot="5400000">
        <a:off x="7012530" y="736672"/>
        <a:ext cx="1303343" cy="2210014"/>
      </dsp:txXfrm>
    </dsp:sp>
    <dsp:sp modelId="{C2193627-44C4-4FE9-A44A-AA8D2E9472F9}">
      <dsp:nvSpPr>
        <dsp:cNvPr id="0" name=""/>
        <dsp:cNvSpPr/>
      </dsp:nvSpPr>
      <dsp:spPr>
        <a:xfrm rot="16200000">
          <a:off x="7223617" y="1190007"/>
          <a:ext cx="3683358" cy="130334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2811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Kết</a:t>
          </a:r>
          <a:r>
            <a:rPr lang="en-US" sz="2900" kern="1200" dirty="0"/>
            <a:t> </a:t>
          </a:r>
          <a:r>
            <a:rPr lang="en-US" sz="2900" kern="1200" dirty="0" err="1"/>
            <a:t>luận</a:t>
          </a:r>
          <a:r>
            <a:rPr lang="en-US" sz="2900" kern="1200" dirty="0"/>
            <a:t> &amp; </a:t>
          </a:r>
          <a:r>
            <a:rPr lang="en-US" sz="2900" kern="1200" dirty="0" err="1"/>
            <a:t>phát</a:t>
          </a:r>
          <a:r>
            <a:rPr lang="en-US" sz="2900" kern="1200" dirty="0"/>
            <a:t> </a:t>
          </a:r>
          <a:r>
            <a:rPr lang="en-US" sz="2900" kern="1200" dirty="0" err="1"/>
            <a:t>triển</a:t>
          </a:r>
          <a:endParaRPr lang="en-US" sz="2900" kern="1200" dirty="0"/>
        </a:p>
      </dsp:txBody>
      <dsp:txXfrm rot="5400000">
        <a:off x="8413624" y="736672"/>
        <a:ext cx="1303343" cy="22100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3C782-CE84-4FE6-B5B3-A8F0C98802F4}">
      <dsp:nvSpPr>
        <dsp:cNvPr id="0" name=""/>
        <dsp:cNvSpPr/>
      </dsp:nvSpPr>
      <dsp:spPr>
        <a:xfrm>
          <a:off x="0" y="0"/>
          <a:ext cx="3414946" cy="36894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Thị </a:t>
          </a:r>
          <a:r>
            <a:rPr lang="en-US" sz="2200" b="1" i="0" kern="1200" baseline="0" dirty="0" err="1"/>
            <a:t>trường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việc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làm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năng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động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cần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giải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pháp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hiệu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quả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bằng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cách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quản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lý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thời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gian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chính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xác</a:t>
          </a:r>
          <a:endParaRPr lang="en-US" sz="2200" kern="1200" dirty="0"/>
        </a:p>
      </dsp:txBody>
      <dsp:txXfrm>
        <a:off x="0" y="1401973"/>
        <a:ext cx="3414946" cy="2213643"/>
      </dsp:txXfrm>
    </dsp:sp>
    <dsp:sp modelId="{BFB1CD3D-32EA-4D86-9739-881D9E59C23A}">
      <dsp:nvSpPr>
        <dsp:cNvPr id="0" name=""/>
        <dsp:cNvSpPr/>
      </dsp:nvSpPr>
      <dsp:spPr>
        <a:xfrm>
          <a:off x="1154062" y="368940"/>
          <a:ext cx="1106821" cy="110682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16152" y="531030"/>
        <a:ext cx="782641" cy="782641"/>
      </dsp:txXfrm>
    </dsp:sp>
    <dsp:sp modelId="{5DD03A7F-53FB-403C-A4A6-760D742B4488}">
      <dsp:nvSpPr>
        <dsp:cNvPr id="0" name=""/>
        <dsp:cNvSpPr/>
      </dsp:nvSpPr>
      <dsp:spPr>
        <a:xfrm>
          <a:off x="0" y="3689333"/>
          <a:ext cx="341494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B6F57-483E-48D6-8F47-840A6C14124B}">
      <dsp:nvSpPr>
        <dsp:cNvPr id="0" name=""/>
        <dsp:cNvSpPr/>
      </dsp:nvSpPr>
      <dsp:spPr>
        <a:xfrm>
          <a:off x="3756441" y="0"/>
          <a:ext cx="3414946" cy="368940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Nhu </a:t>
          </a:r>
          <a:r>
            <a:rPr lang="en-US" sz="2200" b="1" i="0" kern="1200" baseline="0" dirty="0" err="1"/>
            <a:t>cầu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số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hóa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quy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trình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tuyển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dụng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ngày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càng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tăng</a:t>
          </a:r>
          <a:r>
            <a:rPr lang="en-US" sz="2200" b="0" i="0" kern="1200" baseline="0" dirty="0"/>
            <a:t>. </a:t>
          </a:r>
          <a:r>
            <a:rPr lang="en-US" sz="2200" b="0" i="0" kern="1200" baseline="0" dirty="0" err="1"/>
            <a:t>Tự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động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hoá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quy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trình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quản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trị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nằm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tối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ưu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hoá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hiệu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suất</a:t>
          </a:r>
          <a:endParaRPr lang="en-US" sz="2200" kern="1200" dirty="0"/>
        </a:p>
      </dsp:txBody>
      <dsp:txXfrm>
        <a:off x="3756441" y="1401973"/>
        <a:ext cx="3414946" cy="2213643"/>
      </dsp:txXfrm>
    </dsp:sp>
    <dsp:sp modelId="{705E6A6C-F656-45CE-8A1B-8D180E741202}">
      <dsp:nvSpPr>
        <dsp:cNvPr id="0" name=""/>
        <dsp:cNvSpPr/>
      </dsp:nvSpPr>
      <dsp:spPr>
        <a:xfrm>
          <a:off x="4910503" y="368940"/>
          <a:ext cx="1106821" cy="110682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72593" y="531030"/>
        <a:ext cx="782641" cy="782641"/>
      </dsp:txXfrm>
    </dsp:sp>
    <dsp:sp modelId="{FB89B746-4535-4FB8-AAE6-B994C5B613D8}">
      <dsp:nvSpPr>
        <dsp:cNvPr id="0" name=""/>
        <dsp:cNvSpPr/>
      </dsp:nvSpPr>
      <dsp:spPr>
        <a:xfrm>
          <a:off x="3756441" y="3689333"/>
          <a:ext cx="341494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1CA79-EB63-4C1A-91EE-F3901B386BF7}">
      <dsp:nvSpPr>
        <dsp:cNvPr id="0" name=""/>
        <dsp:cNvSpPr/>
      </dsp:nvSpPr>
      <dsp:spPr>
        <a:xfrm>
          <a:off x="7512882" y="0"/>
          <a:ext cx="3414946" cy="368940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 err="1"/>
            <a:t>Tính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thực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tiễn</a:t>
          </a:r>
          <a:r>
            <a:rPr lang="en-US" sz="2200" b="1" i="0" kern="1200" baseline="0" dirty="0"/>
            <a:t> </a:t>
          </a:r>
          <a:r>
            <a:rPr lang="en-US" sz="2200" b="1" i="0" kern="1200" baseline="0" dirty="0" err="1"/>
            <a:t>cho</a:t>
          </a:r>
          <a:r>
            <a:rPr lang="en-US" sz="2200" b="1" i="0" kern="1200" baseline="0" dirty="0"/>
            <a:t> SMEs: </a:t>
          </a:r>
          <a:r>
            <a:rPr lang="en-US" sz="2200" b="0" i="0" kern="1200" baseline="0" dirty="0" err="1"/>
            <a:t>cung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cấp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nền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tảng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hiện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đại</a:t>
          </a:r>
          <a:r>
            <a:rPr lang="en-US" sz="2200" b="0" i="0" kern="1200" baseline="0" dirty="0"/>
            <a:t>, </a:t>
          </a:r>
          <a:r>
            <a:rPr lang="en-US" sz="2200" b="0" i="0" kern="1200" baseline="0" dirty="0" err="1"/>
            <a:t>phù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hợp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với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quy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mô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và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nguồn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lực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của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các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doanh</a:t>
          </a:r>
          <a:r>
            <a:rPr lang="en-US" sz="2200" b="0" i="0" kern="1200" baseline="0" dirty="0"/>
            <a:t> </a:t>
          </a:r>
          <a:r>
            <a:rPr lang="en-US" sz="2200" b="0" i="0" kern="1200" baseline="0" dirty="0" err="1"/>
            <a:t>nghiệp</a:t>
          </a:r>
          <a:endParaRPr lang="en-US" sz="2200" kern="1200" dirty="0"/>
        </a:p>
      </dsp:txBody>
      <dsp:txXfrm>
        <a:off x="7512882" y="1401973"/>
        <a:ext cx="3414946" cy="2213643"/>
      </dsp:txXfrm>
    </dsp:sp>
    <dsp:sp modelId="{61BFD558-C889-4395-AB91-597C58B1EFE8}">
      <dsp:nvSpPr>
        <dsp:cNvPr id="0" name=""/>
        <dsp:cNvSpPr/>
      </dsp:nvSpPr>
      <dsp:spPr>
        <a:xfrm>
          <a:off x="8666944" y="368940"/>
          <a:ext cx="1106821" cy="110682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29034" y="531030"/>
        <a:ext cx="782641" cy="782641"/>
      </dsp:txXfrm>
    </dsp:sp>
    <dsp:sp modelId="{20EC2F32-FAE5-40DC-ABA8-A7C63459857D}">
      <dsp:nvSpPr>
        <dsp:cNvPr id="0" name=""/>
        <dsp:cNvSpPr/>
      </dsp:nvSpPr>
      <dsp:spPr>
        <a:xfrm>
          <a:off x="7512882" y="3689333"/>
          <a:ext cx="3414946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3C782-CE84-4FE6-B5B3-A8F0C98802F4}">
      <dsp:nvSpPr>
        <dsp:cNvPr id="0" name=""/>
        <dsp:cNvSpPr/>
      </dsp:nvSpPr>
      <dsp:spPr>
        <a:xfrm>
          <a:off x="0" y="0"/>
          <a:ext cx="3414946" cy="36894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Tối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ưu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quản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lý</a:t>
          </a:r>
          <a:r>
            <a:rPr lang="en-US" sz="2600" b="0" i="0" kern="1200" baseline="0" dirty="0"/>
            <a:t>: </a:t>
          </a:r>
          <a:r>
            <a:rPr lang="en-US" sz="2600" b="1" i="0" kern="1200" baseline="0" dirty="0" err="1"/>
            <a:t>Tự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động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quá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trình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ghi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nhận</a:t>
          </a:r>
          <a:r>
            <a:rPr lang="en-US" sz="2600" b="1" i="0" kern="1200" baseline="0" dirty="0"/>
            <a:t>, </a:t>
          </a:r>
          <a:r>
            <a:rPr lang="en-US" sz="2600" b="1" i="0" kern="1200" baseline="0" dirty="0" err="1"/>
            <a:t>minh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bạch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hoá</a:t>
          </a:r>
          <a:endParaRPr lang="en-US" sz="2600" kern="1200" dirty="0"/>
        </a:p>
      </dsp:txBody>
      <dsp:txXfrm>
        <a:off x="0" y="1401973"/>
        <a:ext cx="3414946" cy="2213643"/>
      </dsp:txXfrm>
    </dsp:sp>
    <dsp:sp modelId="{BFB1CD3D-32EA-4D86-9739-881D9E59C23A}">
      <dsp:nvSpPr>
        <dsp:cNvPr id="0" name=""/>
        <dsp:cNvSpPr/>
      </dsp:nvSpPr>
      <dsp:spPr>
        <a:xfrm>
          <a:off x="1154062" y="368940"/>
          <a:ext cx="1106821" cy="110682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16152" y="531030"/>
        <a:ext cx="782641" cy="782641"/>
      </dsp:txXfrm>
    </dsp:sp>
    <dsp:sp modelId="{5DD03A7F-53FB-403C-A4A6-760D742B4488}">
      <dsp:nvSpPr>
        <dsp:cNvPr id="0" name=""/>
        <dsp:cNvSpPr/>
      </dsp:nvSpPr>
      <dsp:spPr>
        <a:xfrm>
          <a:off x="0" y="3689333"/>
          <a:ext cx="341494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B6F57-483E-48D6-8F47-840A6C14124B}">
      <dsp:nvSpPr>
        <dsp:cNvPr id="0" name=""/>
        <dsp:cNvSpPr/>
      </dsp:nvSpPr>
      <dsp:spPr>
        <a:xfrm>
          <a:off x="3756441" y="0"/>
          <a:ext cx="3414946" cy="368940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Mục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tiêu</a:t>
          </a:r>
          <a:r>
            <a:rPr lang="en-US" sz="2600" b="0" i="0" kern="1200" baseline="0" dirty="0"/>
            <a:t>: </a:t>
          </a:r>
          <a:r>
            <a:rPr lang="en-US" sz="2600" b="1" i="0" kern="1200" baseline="0" dirty="0"/>
            <a:t>Phạm vi </a:t>
          </a:r>
          <a:r>
            <a:rPr lang="en-US" sz="2600" b="1" i="0" kern="1200" baseline="0" dirty="0" err="1"/>
            <a:t>công</a:t>
          </a:r>
          <a:r>
            <a:rPr lang="en-US" sz="2600" b="1" i="0" kern="1200" baseline="0" dirty="0"/>
            <a:t> ty </a:t>
          </a:r>
          <a:r>
            <a:rPr lang="en-US" sz="2600" b="1" i="0" kern="1200" baseline="0" dirty="0" err="1"/>
            <a:t>vừa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và</a:t>
          </a:r>
          <a:r>
            <a:rPr lang="en-US" sz="2600" b="1" i="0" kern="1200" baseline="0" dirty="0"/>
            <a:t> </a:t>
          </a:r>
          <a:r>
            <a:rPr lang="en-US" sz="2600" b="1" i="0" kern="1200" baseline="0" dirty="0" err="1"/>
            <a:t>lớn</a:t>
          </a:r>
          <a:endParaRPr lang="en-US" sz="2600" kern="1200" dirty="0"/>
        </a:p>
      </dsp:txBody>
      <dsp:txXfrm>
        <a:off x="3756441" y="1401973"/>
        <a:ext cx="3414946" cy="2213643"/>
      </dsp:txXfrm>
    </dsp:sp>
    <dsp:sp modelId="{705E6A6C-F656-45CE-8A1B-8D180E741202}">
      <dsp:nvSpPr>
        <dsp:cNvPr id="0" name=""/>
        <dsp:cNvSpPr/>
      </dsp:nvSpPr>
      <dsp:spPr>
        <a:xfrm>
          <a:off x="4910503" y="368940"/>
          <a:ext cx="1106821" cy="110682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72593" y="531030"/>
        <a:ext cx="782641" cy="782641"/>
      </dsp:txXfrm>
    </dsp:sp>
    <dsp:sp modelId="{FB89B746-4535-4FB8-AAE6-B994C5B613D8}">
      <dsp:nvSpPr>
        <dsp:cNvPr id="0" name=""/>
        <dsp:cNvSpPr/>
      </dsp:nvSpPr>
      <dsp:spPr>
        <a:xfrm>
          <a:off x="3756441" y="3689333"/>
          <a:ext cx="341494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1CA79-EB63-4C1A-91EE-F3901B386BF7}">
      <dsp:nvSpPr>
        <dsp:cNvPr id="0" name=""/>
        <dsp:cNvSpPr/>
      </dsp:nvSpPr>
      <dsp:spPr>
        <a:xfrm>
          <a:off x="7512882" y="0"/>
          <a:ext cx="3414946" cy="368940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Hỗ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trợ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cho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công</a:t>
          </a:r>
          <a:r>
            <a:rPr lang="en-US" sz="2600" b="0" i="0" kern="1200" baseline="0" dirty="0"/>
            <a:t> ty </a:t>
          </a:r>
          <a:r>
            <a:rPr lang="en-US" sz="2600" b="0" i="0" kern="1200" baseline="0" dirty="0" err="1"/>
            <a:t>khoảng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hơn</a:t>
          </a:r>
          <a:r>
            <a:rPr lang="en-US" sz="2600" b="0" i="0" kern="1200" baseline="0" dirty="0"/>
            <a:t> 100 </a:t>
          </a:r>
          <a:r>
            <a:rPr lang="en-US" sz="2600" b="0" i="0" kern="1200" baseline="0" dirty="0" err="1"/>
            <a:t>nhân</a:t>
          </a:r>
          <a:r>
            <a:rPr lang="en-US" sz="2600" b="0" i="0" kern="1200" baseline="0" dirty="0"/>
            <a:t> </a:t>
          </a:r>
          <a:r>
            <a:rPr lang="en-US" sz="2600" b="0" i="0" kern="1200" baseline="0" dirty="0" err="1"/>
            <a:t>viên</a:t>
          </a:r>
          <a:endParaRPr lang="en-US" sz="2600" kern="1200" dirty="0"/>
        </a:p>
      </dsp:txBody>
      <dsp:txXfrm>
        <a:off x="7512882" y="1401973"/>
        <a:ext cx="3414946" cy="2213643"/>
      </dsp:txXfrm>
    </dsp:sp>
    <dsp:sp modelId="{61BFD558-C889-4395-AB91-597C58B1EFE8}">
      <dsp:nvSpPr>
        <dsp:cNvPr id="0" name=""/>
        <dsp:cNvSpPr/>
      </dsp:nvSpPr>
      <dsp:spPr>
        <a:xfrm>
          <a:off x="8666944" y="368940"/>
          <a:ext cx="1106821" cy="110682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29034" y="531030"/>
        <a:ext cx="782641" cy="782641"/>
      </dsp:txXfrm>
    </dsp:sp>
    <dsp:sp modelId="{20EC2F32-FAE5-40DC-ABA8-A7C63459857D}">
      <dsp:nvSpPr>
        <dsp:cNvPr id="0" name=""/>
        <dsp:cNvSpPr/>
      </dsp:nvSpPr>
      <dsp:spPr>
        <a:xfrm>
          <a:off x="7512882" y="3689333"/>
          <a:ext cx="3414946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16921-075C-43CA-93EA-4340CFEB89A3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5EAF5-88AA-4FAA-A426-EDE2CB4584CE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003F8-4137-404C-93D0-B6C93BC3010B}">
      <dsp:nvSpPr>
        <dsp:cNvPr id="0" name=""/>
        <dsp:cNvSpPr/>
      </dsp:nvSpPr>
      <dsp:spPr bwMode="white"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" panose="020F0502020204030204" pitchFamily="34" charset="0"/>
              <a:cs typeface="Calibri" panose="020F0502020204030204" pitchFamily="34" charset="0"/>
            </a:rPr>
            <a:t>PHP</a:t>
          </a:r>
        </a:p>
      </dsp:txBody>
      <dsp:txXfrm>
        <a:off x="100682" y="2684598"/>
        <a:ext cx="2370489" cy="720000"/>
      </dsp:txXfrm>
    </dsp:sp>
    <dsp:sp modelId="{D782B892-53C0-4365-B20E-76A79D906EA0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D1DAB-4C60-4352-BD5D-6FECA3DDEAF6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832C3-0F26-401E-AE18-104FB7FFDFD2}">
      <dsp:nvSpPr>
        <dsp:cNvPr id="0" name=""/>
        <dsp:cNvSpPr/>
      </dsp:nvSpPr>
      <dsp:spPr bwMode="white"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" panose="020F0502020204030204" pitchFamily="34" charset="0"/>
              <a:cs typeface="Calibri" panose="020F0502020204030204" pitchFamily="34" charset="0"/>
            </a:rPr>
            <a:t>MICROSOFT SQL SERVER</a:t>
          </a:r>
        </a:p>
      </dsp:txBody>
      <dsp:txXfrm>
        <a:off x="2886007" y="2684598"/>
        <a:ext cx="2370489" cy="720000"/>
      </dsp:txXfrm>
    </dsp:sp>
    <dsp:sp modelId="{E252F4B3-2244-4A7F-817E-13FCC61BAE83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085F7A-C6C4-4309-961C-8E3B7C3EBBAA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23F7B-B339-45CE-97B5-5E05C34700DF}">
      <dsp:nvSpPr>
        <dsp:cNvPr id="0" name=""/>
        <dsp:cNvSpPr/>
      </dsp:nvSpPr>
      <dsp:spPr bwMode="white"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libri" panose="020F0502020204030204" pitchFamily="34" charset="0"/>
              <a:cs typeface="Calibri" panose="020F0502020204030204" pitchFamily="34" charset="0"/>
            </a:rPr>
            <a:t>RESTful API</a:t>
          </a:r>
        </a:p>
      </dsp:txBody>
      <dsp:txXfrm>
        <a:off x="5671332" y="2684598"/>
        <a:ext cx="2370489" cy="720000"/>
      </dsp:txXfrm>
    </dsp:sp>
    <dsp:sp modelId="{4DF3E1DD-DE00-4FC9-B525-2CA8E1221E5F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3B93A6-AE49-47A0-8B7F-EFC9EAB1A963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7A974-C61C-4081-B0A4-BACA709F3C83}">
      <dsp:nvSpPr>
        <dsp:cNvPr id="0" name=""/>
        <dsp:cNvSpPr/>
      </dsp:nvSpPr>
      <dsp:spPr bwMode="white"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>
              <a:latin typeface="Calibri" panose="020F0502020204030204" pitchFamily="34" charset="0"/>
              <a:cs typeface="Calibri" panose="020F0502020204030204" pitchFamily="34" charset="0"/>
            </a:rPr>
            <a:t>Flutter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456657" y="2684598"/>
        <a:ext cx="237048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16C7A-2225-4C59-B1AB-360D33D647D0}">
      <dsp:nvSpPr>
        <dsp:cNvPr id="0" name=""/>
        <dsp:cNvSpPr/>
      </dsp:nvSpPr>
      <dsp:spPr>
        <a:xfrm>
          <a:off x="0" y="729302"/>
          <a:ext cx="10927829" cy="123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CF0132-98F1-4182-B257-0242A732AD36}">
      <dsp:nvSpPr>
        <dsp:cNvPr id="0" name=""/>
        <dsp:cNvSpPr/>
      </dsp:nvSpPr>
      <dsp:spPr>
        <a:xfrm>
          <a:off x="546391" y="6062"/>
          <a:ext cx="7649480" cy="144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 err="1"/>
            <a:t>Nhân</a:t>
          </a:r>
          <a:r>
            <a:rPr lang="en-US" sz="4900" kern="1200" dirty="0"/>
            <a:t> </a:t>
          </a:r>
          <a:r>
            <a:rPr lang="en-US" sz="4900" kern="1200" dirty="0" err="1"/>
            <a:t>viên</a:t>
          </a:r>
          <a:r>
            <a:rPr lang="en-US" sz="4900" kern="1200" dirty="0"/>
            <a:t>	</a:t>
          </a:r>
        </a:p>
      </dsp:txBody>
      <dsp:txXfrm>
        <a:off x="617002" y="76673"/>
        <a:ext cx="7508258" cy="1305258"/>
      </dsp:txXfrm>
    </dsp:sp>
    <dsp:sp modelId="{4BA8DCAB-57AE-4A95-BD5F-3A21E7FC46F6}">
      <dsp:nvSpPr>
        <dsp:cNvPr id="0" name=""/>
        <dsp:cNvSpPr/>
      </dsp:nvSpPr>
      <dsp:spPr>
        <a:xfrm>
          <a:off x="0" y="2951942"/>
          <a:ext cx="10927829" cy="123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69891A-F66F-44F4-A3A9-76A9F15327C4}">
      <dsp:nvSpPr>
        <dsp:cNvPr id="0" name=""/>
        <dsp:cNvSpPr/>
      </dsp:nvSpPr>
      <dsp:spPr>
        <a:xfrm>
          <a:off x="546391" y="2228702"/>
          <a:ext cx="7649480" cy="144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Quản </a:t>
          </a:r>
          <a:r>
            <a:rPr lang="en-US" sz="4900" kern="1200" dirty="0" err="1"/>
            <a:t>lý</a:t>
          </a:r>
          <a:endParaRPr lang="en-US" sz="4900" kern="1200" dirty="0"/>
        </a:p>
      </dsp:txBody>
      <dsp:txXfrm>
        <a:off x="617002" y="2299313"/>
        <a:ext cx="7508258" cy="13052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23151-24B9-4237-BD1C-72D991617D0F}">
      <dsp:nvSpPr>
        <dsp:cNvPr id="0" name=""/>
        <dsp:cNvSpPr/>
      </dsp:nvSpPr>
      <dsp:spPr bwMode="white">
        <a:xfrm>
          <a:off x="3201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2600" kern="1200"/>
            <a:t>1. </a:t>
          </a:r>
        </a:p>
      </dsp:txBody>
      <dsp:txXfrm>
        <a:off x="3201" y="445489"/>
        <a:ext cx="2539866" cy="1523919"/>
      </dsp:txXfrm>
    </dsp:sp>
    <dsp:sp modelId="{3464F618-1561-41E3-A293-0D694DC65A01}">
      <dsp:nvSpPr>
        <dsp:cNvPr id="0" name=""/>
        <dsp:cNvSpPr/>
      </dsp:nvSpPr>
      <dsp:spPr bwMode="white">
        <a:xfrm>
          <a:off x="2797054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Đăng tin với tùy chọn dịch vụ nâng cao </a:t>
          </a:r>
          <a:endParaRPr lang="en-US" sz="2600" kern="1200"/>
        </a:p>
      </dsp:txBody>
      <dsp:txXfrm>
        <a:off x="2797054" y="445489"/>
        <a:ext cx="2539866" cy="1523919"/>
      </dsp:txXfrm>
    </dsp:sp>
    <dsp:sp modelId="{190CB27F-A395-47EE-956C-98CB90851956}">
      <dsp:nvSpPr>
        <dsp:cNvPr id="0" name=""/>
        <dsp:cNvSpPr/>
      </dsp:nvSpPr>
      <dsp:spPr bwMode="white">
        <a:xfrm>
          <a:off x="5590907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Hệ thống quản lý ứng viên thông minh </a:t>
          </a:r>
          <a:endParaRPr lang="en-US" sz="2600" kern="1200"/>
        </a:p>
      </dsp:txBody>
      <dsp:txXfrm>
        <a:off x="5590907" y="445489"/>
        <a:ext cx="2539866" cy="1523919"/>
      </dsp:txXfrm>
    </dsp:sp>
    <dsp:sp modelId="{6B5DC5DC-9744-474C-8691-F0B7F59DA4B5}">
      <dsp:nvSpPr>
        <dsp:cNvPr id="0" name=""/>
        <dsp:cNvSpPr/>
      </dsp:nvSpPr>
      <dsp:spPr bwMode="white">
        <a:xfrm>
          <a:off x="8384760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Công cụ </a:t>
          </a:r>
          <a:r>
            <a:rPr lang="en-US" sz="2600" kern="1200"/>
            <a:t>đặt</a:t>
          </a:r>
          <a:r>
            <a:rPr lang="en-US" sz="2600" b="0" i="0" kern="1200" baseline="0"/>
            <a:t> lịch phỏng vấn</a:t>
          </a:r>
          <a:endParaRPr lang="en-US" sz="2600" kern="1200"/>
        </a:p>
      </dsp:txBody>
      <dsp:txXfrm>
        <a:off x="8384760" y="445489"/>
        <a:ext cx="2539866" cy="1523919"/>
      </dsp:txXfrm>
    </dsp:sp>
    <dsp:sp modelId="{007615E3-668D-4BC0-A34B-B9E3BABDFB6B}">
      <dsp:nvSpPr>
        <dsp:cNvPr id="0" name=""/>
        <dsp:cNvSpPr/>
      </dsp:nvSpPr>
      <dsp:spPr bwMode="white">
        <a:xfrm>
          <a:off x="1400128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Theo dõi tiến trình tuyển dụng trực quan </a:t>
          </a:r>
          <a:endParaRPr lang="en-US" sz="2600" kern="1200"/>
        </a:p>
      </dsp:txBody>
      <dsp:txXfrm>
        <a:off x="1400128" y="2223395"/>
        <a:ext cx="2539866" cy="1523919"/>
      </dsp:txXfrm>
    </dsp:sp>
    <dsp:sp modelId="{9D28F3E0-9D75-4355-9259-402C692E8063}">
      <dsp:nvSpPr>
        <dsp:cNvPr id="0" name=""/>
        <dsp:cNvSpPr/>
      </dsp:nvSpPr>
      <dsp:spPr bwMode="white">
        <a:xfrm>
          <a:off x="4193981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Nâng cấp tài khoản doanh nghiệp linh hoạt </a:t>
          </a:r>
          <a:endParaRPr lang="en-US" sz="2600" kern="1200"/>
        </a:p>
      </dsp:txBody>
      <dsp:txXfrm>
        <a:off x="4193981" y="2223395"/>
        <a:ext cx="2539866" cy="1523919"/>
      </dsp:txXfrm>
    </dsp:sp>
    <dsp:sp modelId="{E7F09B28-555F-439C-8B2C-7067421BC71B}">
      <dsp:nvSpPr>
        <dsp:cNvPr id="0" name=""/>
        <dsp:cNvSpPr/>
      </dsp:nvSpPr>
      <dsp:spPr bwMode="white">
        <a:xfrm>
          <a:off x="6987834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Thống kê và báo cáo chi tiết </a:t>
          </a:r>
          <a:endParaRPr lang="en-US" sz="2600" kern="1200"/>
        </a:p>
      </dsp:txBody>
      <dsp:txXfrm>
        <a:off x="6987834" y="2223395"/>
        <a:ext cx="2539866" cy="15239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23151-24B9-4237-BD1C-72D991617D0F}">
      <dsp:nvSpPr>
        <dsp:cNvPr id="0" name=""/>
        <dsp:cNvSpPr/>
      </dsp:nvSpPr>
      <dsp:spPr bwMode="white">
        <a:xfrm>
          <a:off x="3201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2100" b="0" i="0" kern="1200" baseline="0"/>
            <a:t>1. Chức năng đăng kí </a:t>
          </a:r>
          <a:r>
            <a:rPr lang="en-US" sz="2100" b="0" i="0" kern="1200" baseline="0"/>
            <a:t> </a:t>
          </a:r>
          <a:endParaRPr lang="en-US" sz="2100" kern="1200"/>
        </a:p>
      </dsp:txBody>
      <dsp:txXfrm>
        <a:off x="3201" y="445489"/>
        <a:ext cx="2539866" cy="1523919"/>
      </dsp:txXfrm>
    </dsp:sp>
    <dsp:sp modelId="{3464F618-1561-41E3-A293-0D694DC65A01}">
      <dsp:nvSpPr>
        <dsp:cNvPr id="0" name=""/>
        <dsp:cNvSpPr/>
      </dsp:nvSpPr>
      <dsp:spPr bwMode="white">
        <a:xfrm>
          <a:off x="2797054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2100" kern="1200"/>
            <a:t>2. Chức năng đăng nhập</a:t>
          </a:r>
        </a:p>
      </dsp:txBody>
      <dsp:txXfrm>
        <a:off x="2797054" y="445489"/>
        <a:ext cx="2539866" cy="1523919"/>
      </dsp:txXfrm>
    </dsp:sp>
    <dsp:sp modelId="{1248B9EA-8CF0-4E7B-B956-E1C2905D3B95}">
      <dsp:nvSpPr>
        <dsp:cNvPr id="0" name=""/>
        <dsp:cNvSpPr/>
      </dsp:nvSpPr>
      <dsp:spPr bwMode="white">
        <a:xfrm>
          <a:off x="5590907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>
              <a:sym typeface="+mn-ea"/>
            </a:rPr>
            <a:t>4</a:t>
          </a:r>
          <a:r>
            <a:rPr lang="vi-VN" altLang="en-US" sz="2100" kern="1200">
              <a:sym typeface="+mn-ea"/>
            </a:rPr>
            <a:t>. </a:t>
          </a:r>
          <a:r>
            <a:rPr sz="2100" kern="1200">
              <a:sym typeface="+mn-ea"/>
            </a:rPr>
            <a:t>C</a:t>
          </a:r>
          <a:r>
            <a:rPr lang="vi-VN" altLang="en-US" sz="2100" kern="1200">
              <a:sym typeface="+mn-ea"/>
            </a:rPr>
            <a:t>hức </a:t>
          </a:r>
          <a:r>
            <a:rPr sz="2100" kern="1200">
              <a:sym typeface="+mn-ea"/>
            </a:rPr>
            <a:t>n</a:t>
          </a:r>
          <a:r>
            <a:rPr lang="vi-VN" altLang="en-US" sz="2100" kern="1200">
              <a:sym typeface="+mn-ea"/>
            </a:rPr>
            <a:t>ăng </a:t>
          </a:r>
          <a:r>
            <a:rPr sz="2100" kern="1200">
              <a:sym typeface="+mn-ea"/>
            </a:rPr>
            <a:t>c</a:t>
          </a:r>
          <a:r>
            <a:rPr lang="vi-VN" altLang="en-US" sz="2100" kern="1200">
              <a:sym typeface="+mn-ea"/>
            </a:rPr>
            <a:t>heckin</a:t>
          </a:r>
          <a:endParaRPr lang="vi-VN" altLang="en-US" sz="2100" kern="1200"/>
        </a:p>
      </dsp:txBody>
      <dsp:txXfrm>
        <a:off x="5590907" y="445489"/>
        <a:ext cx="2539866" cy="1523919"/>
      </dsp:txXfrm>
    </dsp:sp>
    <dsp:sp modelId="{E9C2D833-336D-465F-B60A-6F9E6FA410C0}">
      <dsp:nvSpPr>
        <dsp:cNvPr id="0" name=""/>
        <dsp:cNvSpPr/>
      </dsp:nvSpPr>
      <dsp:spPr bwMode="white">
        <a:xfrm>
          <a:off x="8384760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/>
            <a:t>5. Chức n</a:t>
          </a:r>
          <a:r>
            <a:rPr lang="" altLang="en-US" sz="2100" kern="1200"/>
            <a:t>ă</a:t>
          </a:r>
          <a:r>
            <a:rPr lang="en-US" altLang="en-US" sz="2100" kern="1200"/>
            <a:t>ng yêu cầu làm thêm giờ</a:t>
          </a:r>
          <a:endParaRPr altLang="en-US" sz="2100" kern="1200"/>
        </a:p>
      </dsp:txBody>
      <dsp:txXfrm>
        <a:off x="8384760" y="445489"/>
        <a:ext cx="2539866" cy="1523919"/>
      </dsp:txXfrm>
    </dsp:sp>
    <dsp:sp modelId="{71B6441B-8F0F-4665-8681-7DFDCC82AA08}">
      <dsp:nvSpPr>
        <dsp:cNvPr id="0" name=""/>
        <dsp:cNvSpPr/>
      </dsp:nvSpPr>
      <dsp:spPr bwMode="white">
        <a:xfrm>
          <a:off x="1400128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/>
            <a:t>6. Chức n</a:t>
          </a:r>
          <a:r>
            <a:rPr lang="" altLang="en-US" sz="2100" kern="1200"/>
            <a:t>ă</a:t>
          </a:r>
          <a:r>
            <a:rPr lang="en-US" altLang="en-US" sz="2100" kern="1200"/>
            <a:t>ng yêu cầu nghỉ phép</a:t>
          </a:r>
          <a:endParaRPr altLang="en-US" sz="2100" kern="1200"/>
        </a:p>
      </dsp:txBody>
      <dsp:txXfrm>
        <a:off x="1400128" y="2223395"/>
        <a:ext cx="2539866" cy="1523919"/>
      </dsp:txXfrm>
    </dsp:sp>
    <dsp:sp modelId="{6B5DC5DC-9744-474C-8691-F0B7F59DA4B5}">
      <dsp:nvSpPr>
        <dsp:cNvPr id="0" name=""/>
        <dsp:cNvSpPr/>
      </dsp:nvSpPr>
      <dsp:spPr bwMode="white">
        <a:xfrm>
          <a:off x="4193981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/>
            <a:t>7</a:t>
          </a:r>
          <a:r>
            <a:rPr lang="vi-VN" altLang="en-US" sz="2100" kern="1200"/>
            <a:t>. </a:t>
          </a:r>
          <a:r>
            <a:rPr lang="en-US" altLang="en-US" sz="2100" kern="1200"/>
            <a:t>Danh sách chấm công</a:t>
          </a:r>
          <a:endParaRPr lang="vi-VN" altLang="en-US" sz="2100" kern="1200"/>
        </a:p>
      </dsp:txBody>
      <dsp:txXfrm>
        <a:off x="4193981" y="2223395"/>
        <a:ext cx="2539866" cy="1523919"/>
      </dsp:txXfrm>
    </dsp:sp>
    <dsp:sp modelId="{E7F09B28-555F-439C-8B2C-7067421BC71B}">
      <dsp:nvSpPr>
        <dsp:cNvPr id="0" name=""/>
        <dsp:cNvSpPr/>
      </dsp:nvSpPr>
      <dsp:spPr bwMode="white">
        <a:xfrm>
          <a:off x="6987834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2100" kern="1200"/>
            <a:t>10. </a:t>
          </a:r>
          <a:r>
            <a:rPr lang="en-US" altLang="en-US" sz="2100" kern="1200"/>
            <a:t>Chức n</a:t>
          </a:r>
          <a:r>
            <a:rPr lang="" altLang="en-US" sz="2100" kern="1200"/>
            <a:t>ă</a:t>
          </a:r>
          <a:r>
            <a:rPr lang="en-US" altLang="en-US" sz="2100" kern="1200"/>
            <a:t>ng xem tình trạng </a:t>
          </a:r>
          <a:r>
            <a:rPr lang="" altLang="en-US" sz="2100" kern="1200"/>
            <a:t>đ</a:t>
          </a:r>
          <a:r>
            <a:rPr lang="en-US" altLang="en-US" sz="2100" kern="1200"/>
            <a:t>ơn yêu cầu t</a:t>
          </a:r>
          <a:r>
            <a:rPr lang="" altLang="en-US" sz="2100" kern="1200"/>
            <a:t>ă</a:t>
          </a:r>
          <a:r>
            <a:rPr lang="en-US" altLang="en-US" sz="2100" kern="1200"/>
            <a:t>ng ca và nghỉ phép</a:t>
          </a:r>
          <a:endParaRPr lang="en-US" sz="2100" kern="1200"/>
        </a:p>
      </dsp:txBody>
      <dsp:txXfrm>
        <a:off x="6987834" y="2223395"/>
        <a:ext cx="2539866" cy="15239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23151-24B9-4237-BD1C-72D991617D0F}">
      <dsp:nvSpPr>
        <dsp:cNvPr id="0" name=""/>
        <dsp:cNvSpPr/>
      </dsp:nvSpPr>
      <dsp:spPr bwMode="white">
        <a:xfrm>
          <a:off x="3201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altLang="en-US" sz="2600" kern="1200"/>
            <a:t>1. </a:t>
          </a:r>
        </a:p>
      </dsp:txBody>
      <dsp:txXfrm>
        <a:off x="3201" y="445489"/>
        <a:ext cx="2539866" cy="1523919"/>
      </dsp:txXfrm>
    </dsp:sp>
    <dsp:sp modelId="{3464F618-1561-41E3-A293-0D694DC65A01}">
      <dsp:nvSpPr>
        <dsp:cNvPr id="0" name=""/>
        <dsp:cNvSpPr/>
      </dsp:nvSpPr>
      <dsp:spPr bwMode="white">
        <a:xfrm>
          <a:off x="2797054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Đăng tin với tùy chọn dịch vụ nâng cao </a:t>
          </a:r>
          <a:endParaRPr lang="en-US" sz="2600" kern="1200"/>
        </a:p>
      </dsp:txBody>
      <dsp:txXfrm>
        <a:off x="2797054" y="445489"/>
        <a:ext cx="2539866" cy="1523919"/>
      </dsp:txXfrm>
    </dsp:sp>
    <dsp:sp modelId="{190CB27F-A395-47EE-956C-98CB90851956}">
      <dsp:nvSpPr>
        <dsp:cNvPr id="0" name=""/>
        <dsp:cNvSpPr/>
      </dsp:nvSpPr>
      <dsp:spPr bwMode="white">
        <a:xfrm>
          <a:off x="5590907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Hệ thống quản lý ứng viên thông minh </a:t>
          </a:r>
          <a:endParaRPr lang="en-US" sz="2600" kern="1200"/>
        </a:p>
      </dsp:txBody>
      <dsp:txXfrm>
        <a:off x="5590907" y="445489"/>
        <a:ext cx="2539866" cy="1523919"/>
      </dsp:txXfrm>
    </dsp:sp>
    <dsp:sp modelId="{6B5DC5DC-9744-474C-8691-F0B7F59DA4B5}">
      <dsp:nvSpPr>
        <dsp:cNvPr id="0" name=""/>
        <dsp:cNvSpPr/>
      </dsp:nvSpPr>
      <dsp:spPr bwMode="white">
        <a:xfrm>
          <a:off x="8384760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Công cụ </a:t>
          </a:r>
          <a:r>
            <a:rPr lang="en-US" sz="2600" kern="1200"/>
            <a:t>đặt</a:t>
          </a:r>
          <a:r>
            <a:rPr lang="en-US" sz="2600" b="0" i="0" kern="1200" baseline="0"/>
            <a:t> lịch phỏng vấn</a:t>
          </a:r>
          <a:endParaRPr lang="en-US" sz="2600" kern="1200"/>
        </a:p>
      </dsp:txBody>
      <dsp:txXfrm>
        <a:off x="8384760" y="445489"/>
        <a:ext cx="2539866" cy="1523919"/>
      </dsp:txXfrm>
    </dsp:sp>
    <dsp:sp modelId="{007615E3-668D-4BC0-A34B-B9E3BABDFB6B}">
      <dsp:nvSpPr>
        <dsp:cNvPr id="0" name=""/>
        <dsp:cNvSpPr/>
      </dsp:nvSpPr>
      <dsp:spPr bwMode="white">
        <a:xfrm>
          <a:off x="1400128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Theo dõi tiến trình tuyển dụng trực quan </a:t>
          </a:r>
          <a:endParaRPr lang="en-US" sz="2600" kern="1200"/>
        </a:p>
      </dsp:txBody>
      <dsp:txXfrm>
        <a:off x="1400128" y="2223395"/>
        <a:ext cx="2539866" cy="1523919"/>
      </dsp:txXfrm>
    </dsp:sp>
    <dsp:sp modelId="{9D28F3E0-9D75-4355-9259-402C692E8063}">
      <dsp:nvSpPr>
        <dsp:cNvPr id="0" name=""/>
        <dsp:cNvSpPr/>
      </dsp:nvSpPr>
      <dsp:spPr bwMode="white">
        <a:xfrm>
          <a:off x="4193981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Nâng cấp tài khoản doanh nghiệp linh hoạt </a:t>
          </a:r>
          <a:endParaRPr lang="en-US" sz="2600" kern="1200"/>
        </a:p>
      </dsp:txBody>
      <dsp:txXfrm>
        <a:off x="4193981" y="2223395"/>
        <a:ext cx="2539866" cy="1523919"/>
      </dsp:txXfrm>
    </dsp:sp>
    <dsp:sp modelId="{E7F09B28-555F-439C-8B2C-7067421BC71B}">
      <dsp:nvSpPr>
        <dsp:cNvPr id="0" name=""/>
        <dsp:cNvSpPr/>
      </dsp:nvSpPr>
      <dsp:spPr bwMode="white">
        <a:xfrm>
          <a:off x="6987834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Thống kê và báo cáo chi tiết </a:t>
          </a:r>
          <a:endParaRPr lang="en-US" sz="2600" kern="1200"/>
        </a:p>
      </dsp:txBody>
      <dsp:txXfrm>
        <a:off x="6987834" y="2223395"/>
        <a:ext cx="2539866" cy="15239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23151-24B9-4237-BD1C-72D991617D0F}">
      <dsp:nvSpPr>
        <dsp:cNvPr id="0" name=""/>
        <dsp:cNvSpPr/>
      </dsp:nvSpPr>
      <dsp:spPr bwMode="white">
        <a:xfrm>
          <a:off x="3201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/>
            <a:t>11</a:t>
          </a:r>
          <a:r>
            <a:rPr lang="vi-VN" altLang="en-US" sz="2100" kern="1200"/>
            <a:t>. </a:t>
          </a:r>
          <a:r>
            <a:rPr lang="en-US" altLang="en-US" sz="2100" kern="1200"/>
            <a:t>Chức n</a:t>
          </a:r>
          <a:r>
            <a:rPr lang="" altLang="en-US" sz="2100" kern="1200"/>
            <a:t>ă</a:t>
          </a:r>
          <a:r>
            <a:rPr lang="en-US" altLang="en-US" sz="2100" kern="1200"/>
            <a:t>ng </a:t>
          </a:r>
          <a:r>
            <a:rPr lang="" altLang="en-US" sz="2100" kern="1200"/>
            <a:t>đ</a:t>
          </a:r>
          <a:r>
            <a:rPr lang="en-US" altLang="en-US" sz="2100" kern="1200"/>
            <a:t>ổi ph</a:t>
          </a:r>
          <a:r>
            <a:rPr lang="" altLang="en-US" sz="2100" kern="1200"/>
            <a:t>ư</a:t>
          </a:r>
          <a:r>
            <a:rPr lang="en-US" altLang="en-US" sz="2100" kern="1200"/>
            <a:t>ơng thức </a:t>
          </a:r>
          <a:r>
            <a:rPr lang="" altLang="en-US" sz="2100" kern="1200"/>
            <a:t>đ</a:t>
          </a:r>
          <a:r>
            <a:rPr lang="en-US" altLang="en-US" sz="2100" kern="1200"/>
            <a:t>iểm danh và ca làm mặc </a:t>
          </a:r>
          <a:r>
            <a:rPr lang="" altLang="en-US" sz="2100" kern="1200"/>
            <a:t>đ</a:t>
          </a:r>
          <a:r>
            <a:rPr lang="en-US" altLang="en-US" sz="2100" kern="1200"/>
            <a:t>ịnh</a:t>
          </a:r>
        </a:p>
      </dsp:txBody>
      <dsp:txXfrm>
        <a:off x="3201" y="445489"/>
        <a:ext cx="2539866" cy="1523919"/>
      </dsp:txXfrm>
    </dsp:sp>
    <dsp:sp modelId="{190CB27F-A395-47EE-956C-98CB90851956}">
      <dsp:nvSpPr>
        <dsp:cNvPr id="0" name=""/>
        <dsp:cNvSpPr/>
      </dsp:nvSpPr>
      <dsp:spPr bwMode="white">
        <a:xfrm>
          <a:off x="2797054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/>
            <a:t>13. Chức n</a:t>
          </a:r>
          <a:r>
            <a:rPr lang="" altLang="en-US" sz="2100" kern="1200"/>
            <a:t>ă</a:t>
          </a:r>
          <a:r>
            <a:rPr lang="en-US" altLang="en-US" sz="2100" kern="1200"/>
            <a:t>ng quản l</a:t>
          </a:r>
          <a:r>
            <a:rPr lang="" altLang="en-US" sz="2100" kern="1200"/>
            <a:t>ý</a:t>
          </a:r>
          <a:r>
            <a:rPr lang="en-US" altLang="en-US" sz="2100" kern="1200"/>
            <a:t> chấm công của quản l</a:t>
          </a:r>
          <a:r>
            <a:rPr lang="" altLang="en-US" sz="2100" kern="1200"/>
            <a:t>ý</a:t>
          </a:r>
          <a:r>
            <a:rPr lang="en-US" altLang="en-US" sz="2100" kern="1200"/>
            <a:t>	</a:t>
          </a:r>
          <a:endParaRPr lang="en-US" sz="2100" kern="1200"/>
        </a:p>
      </dsp:txBody>
      <dsp:txXfrm>
        <a:off x="2797054" y="445489"/>
        <a:ext cx="2539866" cy="1523919"/>
      </dsp:txXfrm>
    </dsp:sp>
    <dsp:sp modelId="{1248B9EA-8CF0-4E7B-B956-E1C2905D3B95}">
      <dsp:nvSpPr>
        <dsp:cNvPr id="0" name=""/>
        <dsp:cNvSpPr/>
      </dsp:nvSpPr>
      <dsp:spPr bwMode="white">
        <a:xfrm>
          <a:off x="5590907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/>
            <a:t>14. Chức n</a:t>
          </a:r>
          <a:r>
            <a:rPr lang="" altLang="en-US" sz="2100" kern="1200"/>
            <a:t>ă</a:t>
          </a:r>
          <a:r>
            <a:rPr lang="en-US" altLang="en-US" sz="2100" kern="1200"/>
            <a:t>ng thống kê</a:t>
          </a:r>
        </a:p>
      </dsp:txBody>
      <dsp:txXfrm>
        <a:off x="5590907" y="445489"/>
        <a:ext cx="2539866" cy="1523919"/>
      </dsp:txXfrm>
    </dsp:sp>
    <dsp:sp modelId="{E9C2D833-336D-465F-B60A-6F9E6FA410C0}">
      <dsp:nvSpPr>
        <dsp:cNvPr id="0" name=""/>
        <dsp:cNvSpPr/>
      </dsp:nvSpPr>
      <dsp:spPr bwMode="white">
        <a:xfrm>
          <a:off x="8384760" y="445489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/>
            <a:t>15. </a:t>
          </a:r>
          <a:r>
            <a:rPr lang="en-US" altLang="en-US" sz="2100" kern="1200" dirty="0" err="1"/>
            <a:t>Chức</a:t>
          </a:r>
          <a:r>
            <a:rPr lang="en-US" altLang="en-US" sz="2100" kern="1200" dirty="0"/>
            <a:t> n</a:t>
          </a:r>
          <a:r>
            <a:rPr lang="" altLang="en-US" sz="2100" kern="1200" dirty="0"/>
            <a:t>ă</a:t>
          </a:r>
          <a:r>
            <a:rPr lang="en-US" altLang="en-US" sz="2100" kern="1200" dirty="0"/>
            <a:t>ng </a:t>
          </a:r>
          <a:r>
            <a:rPr lang="en-US" altLang="en-US" sz="2100" kern="1200" dirty="0" err="1"/>
            <a:t>phê</a:t>
          </a:r>
          <a:r>
            <a:rPr lang="en-US" altLang="en-US" sz="2100" kern="1200" dirty="0"/>
            <a:t> </a:t>
          </a:r>
          <a:r>
            <a:rPr lang="en-US" altLang="en-US" sz="2100" kern="1200" dirty="0" err="1"/>
            <a:t>duyệt</a:t>
          </a:r>
          <a:r>
            <a:rPr lang="en-US" altLang="en-US" sz="2100" kern="1200" dirty="0"/>
            <a:t> </a:t>
          </a:r>
          <a:r>
            <a:rPr lang="en-US" altLang="en-US" sz="2100" kern="1200" dirty="0" err="1"/>
            <a:t>yêu</a:t>
          </a:r>
          <a:r>
            <a:rPr lang="en-US" altLang="en-US" sz="2100" kern="1200" dirty="0"/>
            <a:t> </a:t>
          </a:r>
          <a:r>
            <a:rPr lang="en-US" altLang="en-US" sz="2100" kern="1200" dirty="0" err="1"/>
            <a:t>cầu</a:t>
          </a:r>
          <a:r>
            <a:rPr lang="en-US" altLang="en-US" sz="2100" kern="1200" dirty="0"/>
            <a:t> </a:t>
          </a:r>
          <a:r>
            <a:rPr lang="en-US" altLang="en-US" sz="2100" kern="1200" dirty="0" err="1"/>
            <a:t>nhân</a:t>
          </a:r>
          <a:r>
            <a:rPr lang="en-US" altLang="en-US" sz="2100" kern="1200" dirty="0"/>
            <a:t> </a:t>
          </a:r>
          <a:r>
            <a:rPr lang="en-US" altLang="en-US" sz="2100" kern="1200" dirty="0" err="1"/>
            <a:t>viên</a:t>
          </a:r>
          <a:endParaRPr lang="en-US" altLang="en-US" sz="2100" kern="1200" dirty="0"/>
        </a:p>
      </dsp:txBody>
      <dsp:txXfrm>
        <a:off x="8384760" y="445489"/>
        <a:ext cx="2539866" cy="1523919"/>
      </dsp:txXfrm>
    </dsp:sp>
    <dsp:sp modelId="{71B6441B-8F0F-4665-8681-7DFDCC82AA08}">
      <dsp:nvSpPr>
        <dsp:cNvPr id="0" name=""/>
        <dsp:cNvSpPr/>
      </dsp:nvSpPr>
      <dsp:spPr bwMode="white">
        <a:xfrm>
          <a:off x="1400128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/>
            <a:t>16. Chức n</a:t>
          </a:r>
          <a:r>
            <a:rPr lang="" altLang="en-US" sz="2100" kern="1200"/>
            <a:t>ă</a:t>
          </a:r>
          <a:r>
            <a:rPr lang="en-US" altLang="en-US" sz="2100" kern="1200"/>
            <a:t>ng quản l</a:t>
          </a:r>
          <a:r>
            <a:rPr lang="" altLang="en-US" sz="2100" kern="1200"/>
            <a:t>ý</a:t>
          </a:r>
          <a:r>
            <a:rPr lang="en-US" altLang="en-US" sz="2100" kern="1200"/>
            <a:t> ca và thêm ca làm việc</a:t>
          </a:r>
        </a:p>
      </dsp:txBody>
      <dsp:txXfrm>
        <a:off x="1400128" y="2223395"/>
        <a:ext cx="2539866" cy="1523919"/>
      </dsp:txXfrm>
    </dsp:sp>
    <dsp:sp modelId="{6B5DC5DC-9744-474C-8691-F0B7F59DA4B5}">
      <dsp:nvSpPr>
        <dsp:cNvPr id="0" name=""/>
        <dsp:cNvSpPr/>
      </dsp:nvSpPr>
      <dsp:spPr bwMode="white">
        <a:xfrm>
          <a:off x="4193981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/>
            <a:t>17. Màn hình hiển thị thông tin công ty	</a:t>
          </a:r>
        </a:p>
      </dsp:txBody>
      <dsp:txXfrm>
        <a:off x="4193981" y="2223395"/>
        <a:ext cx="2539866" cy="1523919"/>
      </dsp:txXfrm>
    </dsp:sp>
    <dsp:sp modelId="{007615E3-668D-4BC0-A34B-B9E3BABDFB6B}">
      <dsp:nvSpPr>
        <dsp:cNvPr id="0" name=""/>
        <dsp:cNvSpPr/>
      </dsp:nvSpPr>
      <dsp:spPr bwMode="white">
        <a:xfrm>
          <a:off x="6987834" y="2223395"/>
          <a:ext cx="2539866" cy="15239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b="0" i="0" kern="1200" baseline="0" dirty="0"/>
            <a:t>18. </a:t>
          </a:r>
          <a:r>
            <a:rPr lang="en-US" altLang="en-US" sz="2100" b="0" i="0" kern="1200" baseline="0" dirty="0" err="1"/>
            <a:t>Chức</a:t>
          </a:r>
          <a:r>
            <a:rPr lang="en-US" altLang="en-US" sz="2100" b="0" i="0" kern="1200" baseline="0" dirty="0"/>
            <a:t> n</a:t>
          </a:r>
          <a:r>
            <a:rPr lang="" altLang="en-US" sz="2100" b="0" i="0" kern="1200" baseline="0" dirty="0"/>
            <a:t>ă</a:t>
          </a:r>
          <a:r>
            <a:rPr lang="en-US" altLang="en-US" sz="2100" b="0" i="0" kern="1200" baseline="0" dirty="0"/>
            <a:t>ng </a:t>
          </a:r>
          <a:r>
            <a:rPr lang="en-US" altLang="en-US" sz="2100" b="0" i="0" kern="1200" baseline="0" dirty="0" err="1"/>
            <a:t>cài</a:t>
          </a:r>
          <a:r>
            <a:rPr lang="en-US" altLang="en-US" sz="2100" b="0" i="0" kern="1200" baseline="0" dirty="0"/>
            <a:t> </a:t>
          </a:r>
          <a:r>
            <a:rPr lang="" altLang="en-US" sz="2100" b="0" i="0" kern="1200" baseline="0" dirty="0"/>
            <a:t>đ</a:t>
          </a:r>
          <a:r>
            <a:rPr lang="en-US" altLang="en-US" sz="2100" b="0" i="0" kern="1200" baseline="0" dirty="0" err="1"/>
            <a:t>ặt</a:t>
          </a:r>
          <a:r>
            <a:rPr lang="en-US" altLang="en-US" sz="2100" b="0" i="0" kern="1200" baseline="0" dirty="0"/>
            <a:t> </a:t>
          </a:r>
          <a:r>
            <a:rPr lang="en-US" altLang="en-US" sz="2100" b="0" i="0" kern="1200" baseline="0" dirty="0" err="1"/>
            <a:t>ph</a:t>
          </a:r>
          <a:r>
            <a:rPr lang="" altLang="en-US" sz="2100" b="0" i="0" kern="1200" baseline="0" dirty="0"/>
            <a:t>ư</a:t>
          </a:r>
          <a:r>
            <a:rPr lang="en-US" altLang="en-US" sz="2100" b="0" i="0" kern="1200" baseline="0" dirty="0" err="1"/>
            <a:t>ơng</a:t>
          </a:r>
          <a:r>
            <a:rPr lang="en-US" altLang="en-US" sz="2100" b="0" i="0" kern="1200" baseline="0" dirty="0"/>
            <a:t> </a:t>
          </a:r>
          <a:r>
            <a:rPr lang="en-US" altLang="en-US" sz="2100" b="0" i="0" kern="1200" baseline="0" dirty="0" err="1"/>
            <a:t>thức</a:t>
          </a:r>
          <a:r>
            <a:rPr lang="en-US" altLang="en-US" sz="2100" b="0" i="0" kern="1200" baseline="0" dirty="0"/>
            <a:t> </a:t>
          </a:r>
          <a:r>
            <a:rPr lang="en-US" altLang="en-US" sz="2100" b="0" i="0" kern="1200" baseline="0" dirty="0" err="1"/>
            <a:t>chấm</a:t>
          </a:r>
          <a:r>
            <a:rPr lang="en-US" altLang="en-US" sz="2100" b="0" i="0" kern="1200" baseline="0" dirty="0"/>
            <a:t> </a:t>
          </a:r>
          <a:r>
            <a:rPr lang="en-US" altLang="en-US" sz="2100" b="0" i="0" kern="1200" baseline="0" dirty="0" err="1"/>
            <a:t>công</a:t>
          </a:r>
          <a:r>
            <a:rPr lang="en-US" altLang="en-US" sz="2100" b="0" i="0" kern="1200" baseline="0" dirty="0"/>
            <a:t> (check-in)	</a:t>
          </a:r>
          <a:endParaRPr lang="en-US" sz="2100" kern="1200" dirty="0"/>
        </a:p>
      </dsp:txBody>
      <dsp:txXfrm>
        <a:off x="6987834" y="2223395"/>
        <a:ext cx="2539866" cy="152391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A2842-D39A-4F05-A207-D8183C17528F}">
      <dsp:nvSpPr>
        <dsp:cNvPr id="0" name=""/>
        <dsp:cNvSpPr/>
      </dsp:nvSpPr>
      <dsp:spPr bwMode="white">
        <a:xfrm>
          <a:off x="53" y="47717"/>
          <a:ext cx="5106412" cy="777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Điểm mạnh:</a:t>
          </a:r>
          <a:r>
            <a:rPr lang="en-US" sz="2700" b="0" i="0" kern="1200" baseline="0"/>
            <a:t> </a:t>
          </a:r>
          <a:endParaRPr lang="en-US" sz="2700" kern="1200"/>
        </a:p>
      </dsp:txBody>
      <dsp:txXfrm>
        <a:off x="53" y="47717"/>
        <a:ext cx="5106412" cy="777600"/>
      </dsp:txXfrm>
    </dsp:sp>
    <dsp:sp modelId="{C1445754-D39E-41F8-8224-76E52D4755DE}">
      <dsp:nvSpPr>
        <dsp:cNvPr id="0" name=""/>
        <dsp:cNvSpPr/>
      </dsp:nvSpPr>
      <dsp:spPr bwMode="white">
        <a:xfrm>
          <a:off x="53" y="825317"/>
          <a:ext cx="5106412" cy="281636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 dirty="0" err="1"/>
            <a:t>Hệ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thống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đầy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đủ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tính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năng</a:t>
          </a:r>
          <a:r>
            <a:rPr lang="en-US" sz="2700" b="0" i="0" kern="1200" baseline="0" dirty="0"/>
            <a:t>, </a:t>
          </a:r>
          <a:r>
            <a:rPr lang="en-US" sz="2700" b="0" i="0" kern="1200" baseline="0" dirty="0" err="1"/>
            <a:t>giao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diện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thân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thiện</a:t>
          </a:r>
          <a:r>
            <a:rPr lang="en-US" sz="2700" b="0" i="0" kern="1200" baseline="0" dirty="0"/>
            <a:t> 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/>
            <a:t>Tối ưu chi phí cho doanh nghiệp vừa và nhỏ 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 dirty="0"/>
            <a:t>Quy </a:t>
          </a:r>
          <a:r>
            <a:rPr lang="en-US" sz="2700" b="0" i="0" kern="1200" baseline="0" dirty="0" err="1"/>
            <a:t>trình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tuyển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dụng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liền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mạch</a:t>
          </a:r>
          <a:r>
            <a:rPr lang="en-US" sz="2700" b="0" i="0" kern="1200" baseline="0" dirty="0"/>
            <a:t> </a:t>
          </a:r>
          <a:endParaRPr lang="en-US" sz="2700" kern="1200" dirty="0"/>
        </a:p>
      </dsp:txBody>
      <dsp:txXfrm>
        <a:off x="53" y="825317"/>
        <a:ext cx="5106412" cy="2816369"/>
      </dsp:txXfrm>
    </dsp:sp>
    <dsp:sp modelId="{CC07FB36-B3A0-4DFF-A62F-7D15140DA39C}">
      <dsp:nvSpPr>
        <dsp:cNvPr id="0" name=""/>
        <dsp:cNvSpPr/>
      </dsp:nvSpPr>
      <dsp:spPr bwMode="white">
        <a:xfrm>
          <a:off x="5821363" y="47717"/>
          <a:ext cx="5106412" cy="777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 dirty="0" err="1"/>
            <a:t>Hạn</a:t>
          </a:r>
          <a:r>
            <a:rPr lang="en-US" sz="2700" b="1" i="0" kern="1200" baseline="0" dirty="0"/>
            <a:t> </a:t>
          </a:r>
          <a:r>
            <a:rPr lang="en-US" sz="2700" b="1" i="0" kern="1200" baseline="0" dirty="0" err="1"/>
            <a:t>chế</a:t>
          </a:r>
          <a:r>
            <a:rPr lang="en-US" sz="2700" b="1" i="0" kern="1200" baseline="0" dirty="0"/>
            <a:t>:</a:t>
          </a:r>
          <a:r>
            <a:rPr lang="en-US" sz="2700" b="0" i="0" kern="1200" baseline="0" dirty="0"/>
            <a:t> </a:t>
          </a:r>
          <a:endParaRPr lang="en-US" sz="2700" kern="1200" dirty="0"/>
        </a:p>
      </dsp:txBody>
      <dsp:txXfrm>
        <a:off x="5821363" y="47717"/>
        <a:ext cx="5106412" cy="777600"/>
      </dsp:txXfrm>
    </dsp:sp>
    <dsp:sp modelId="{81B217F5-36A9-4A1B-8CAA-6E5B799387F5}">
      <dsp:nvSpPr>
        <dsp:cNvPr id="0" name=""/>
        <dsp:cNvSpPr/>
      </dsp:nvSpPr>
      <dsp:spPr bwMode="white">
        <a:xfrm>
          <a:off x="5821363" y="825317"/>
          <a:ext cx="5106412" cy="281636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 dirty="0" err="1"/>
            <a:t>Chưa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tích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hợp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công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nghệ</a:t>
          </a:r>
          <a:r>
            <a:rPr lang="en-US" sz="2700" b="0" i="0" kern="1200" baseline="0" dirty="0"/>
            <a:t> AI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 err="1"/>
            <a:t>Chưa</a:t>
          </a:r>
          <a:r>
            <a:rPr lang="en-US" sz="2700" kern="1200" dirty="0"/>
            <a:t> </a:t>
          </a:r>
          <a:r>
            <a:rPr lang="en-US" sz="2700" kern="1200" dirty="0" err="1"/>
            <a:t>kết</a:t>
          </a:r>
          <a:r>
            <a:rPr lang="en-US" sz="2700" kern="1200" dirty="0"/>
            <a:t> </a:t>
          </a:r>
          <a:r>
            <a:rPr lang="en-US" sz="2700" kern="1200" dirty="0" err="1"/>
            <a:t>hợp</a:t>
          </a:r>
          <a:r>
            <a:rPr lang="en-US" sz="2700" kern="1200" dirty="0"/>
            <a:t> </a:t>
          </a:r>
          <a:r>
            <a:rPr lang="en-US" sz="2700" kern="1200" dirty="0" err="1"/>
            <a:t>sinh</a:t>
          </a:r>
          <a:r>
            <a:rPr lang="en-US" sz="2700" kern="1200" dirty="0"/>
            <a:t> </a:t>
          </a:r>
          <a:r>
            <a:rPr lang="en-US" sz="2700" kern="1200" dirty="0" err="1"/>
            <a:t>trác</a:t>
          </a:r>
          <a:r>
            <a:rPr lang="en-US" sz="2700" kern="1200" dirty="0"/>
            <a:t> </a:t>
          </a:r>
          <a:r>
            <a:rPr lang="en-US" sz="2700" kern="1200" dirty="0" err="1"/>
            <a:t>học</a:t>
          </a:r>
          <a:endParaRPr lang="en-US" sz="2700" kern="1200" dirty="0"/>
        </a:p>
      </dsp:txBody>
      <dsp:txXfrm>
        <a:off x="5821363" y="825317"/>
        <a:ext cx="5106412" cy="28163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06F04-50E9-47C1-A9A7-B1FA61AB9D1F}">
      <dsp:nvSpPr>
        <dsp:cNvPr id="0" name=""/>
        <dsp:cNvSpPr/>
      </dsp:nvSpPr>
      <dsp:spPr bwMode="white">
        <a:xfrm>
          <a:off x="2414773" y="507"/>
          <a:ext cx="3620533" cy="16375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300" kern="1200" dirty="0"/>
            <a:t>Tích hợp AI vào quy trình tuyển dụng</a:t>
          </a:r>
          <a:endParaRPr lang="en-US" sz="3300" kern="1200" dirty="0"/>
        </a:p>
      </dsp:txBody>
      <dsp:txXfrm>
        <a:off x="2414773" y="507"/>
        <a:ext cx="3620533" cy="1637509"/>
      </dsp:txXfrm>
    </dsp:sp>
    <dsp:sp modelId="{BA2AA453-4163-45EE-951A-50701A6CB07E}">
      <dsp:nvSpPr>
        <dsp:cNvPr id="0" name=""/>
        <dsp:cNvSpPr/>
      </dsp:nvSpPr>
      <dsp:spPr>
        <a:xfrm>
          <a:off x="631526" y="507"/>
          <a:ext cx="1621134" cy="1637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000" r="-1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FCEC9-798C-472A-9E61-2154D800673F}">
      <dsp:nvSpPr>
        <dsp:cNvPr id="0" name=""/>
        <dsp:cNvSpPr/>
      </dsp:nvSpPr>
      <dsp:spPr bwMode="white">
        <a:xfrm>
          <a:off x="631526" y="1908205"/>
          <a:ext cx="3620533" cy="16375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300" kern="1200"/>
            <a:t>Mở rộng hạ tầng theo quy mô người dùng</a:t>
          </a:r>
          <a:endParaRPr lang="en-US" sz="3300" kern="1200"/>
        </a:p>
      </dsp:txBody>
      <dsp:txXfrm>
        <a:off x="631526" y="1908205"/>
        <a:ext cx="3620533" cy="1637509"/>
      </dsp:txXfrm>
    </dsp:sp>
    <dsp:sp modelId="{9ABBE9BB-B7B0-4341-95D6-E0CCE306DAD0}">
      <dsp:nvSpPr>
        <dsp:cNvPr id="0" name=""/>
        <dsp:cNvSpPr/>
      </dsp:nvSpPr>
      <dsp:spPr>
        <a:xfrm>
          <a:off x="4414172" y="1908205"/>
          <a:ext cx="1621134" cy="1637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000" r="-1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63938-434E-4299-BD14-0831B6CF5693}">
      <dsp:nvSpPr>
        <dsp:cNvPr id="0" name=""/>
        <dsp:cNvSpPr/>
      </dsp:nvSpPr>
      <dsp:spPr bwMode="white">
        <a:xfrm>
          <a:off x="2414773" y="3815903"/>
          <a:ext cx="3620533" cy="16375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300" kern="1200"/>
            <a:t>Phát triển các công cụ phân tích dữ liệu nâng cao</a:t>
          </a:r>
          <a:endParaRPr lang="en-US" sz="3300" kern="1200"/>
        </a:p>
      </dsp:txBody>
      <dsp:txXfrm>
        <a:off x="2414773" y="3815903"/>
        <a:ext cx="3620533" cy="1637509"/>
      </dsp:txXfrm>
    </dsp:sp>
    <dsp:sp modelId="{C8ABF71F-8ACB-40C7-BB48-9B20C3D46660}">
      <dsp:nvSpPr>
        <dsp:cNvPr id="0" name=""/>
        <dsp:cNvSpPr/>
      </dsp:nvSpPr>
      <dsp:spPr>
        <a:xfrm>
          <a:off x="631526" y="3815903"/>
          <a:ext cx="1621134" cy="1637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1000" r="-1000"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rPr/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rPr/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rPr/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HorzCh" val="ctr"/>
              <dgm:param type="txAnchorVert" val="mid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rPr/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rPr/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rPr/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HorzCh" val="ctr"/>
              <dgm:param type="txAnchorVert" val="mid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#2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5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6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7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8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AlternatingPictureBlocks#2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2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51840-B078-4D9D-A869-C5604C11BC8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7278F-6165-41E6-931E-7F76481A74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95EC6-8CC0-4A04-96CA-556DF7F47FA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BC3D4-A515-437B-A166-BCDE58E433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en-US" sz="4800" b="1" cap="all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" altLang="en-US" sz="4800" b="1" cap="all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en-US" altLang="en-US" sz="4800" b="1" cap="all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DỰNG PHẦN MỀM CHẤM CÔNG TỰ </a:t>
            </a:r>
            <a:r>
              <a:rPr lang="" altLang="en-US" sz="4800" b="1" cap="all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</a:t>
            </a:r>
            <a:r>
              <a:rPr lang="en-US" altLang="en-US" sz="4800" b="1" cap="all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ỘNG CHO CÔNG TY CỔ PHẦN INFINITY TECHNOLOGY GLOBAL</a:t>
            </a:r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6194" y="4797188"/>
            <a:ext cx="7306915" cy="124182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GVHD: </a:t>
            </a:r>
            <a:r>
              <a:rPr lang="en-US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ThS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Nguyễn Hùng Cường</a:t>
            </a:r>
          </a:p>
          <a:p>
            <a:pPr algn="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SV: A43725 </a:t>
            </a:r>
            <a:r>
              <a:rPr lang="en-US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Nguyễn Việt Anh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4000" b="1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cap="all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 do chọn đề tài</a:t>
            </a:r>
          </a:p>
        </p:txBody>
      </p:sp>
      <p:graphicFrame>
        <p:nvGraphicFramePr>
          <p:cNvPr id="18" name="Rectangle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51677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4000" b="1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4000" b="1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Phạm vi</a:t>
            </a:r>
          </a:p>
        </p:txBody>
      </p:sp>
      <p:graphicFrame>
        <p:nvGraphicFramePr>
          <p:cNvPr id="18" name="Rectangle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55471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NGHỆ SỬ DỤNG</a:t>
            </a:r>
          </a:p>
        </p:txBody>
      </p:sp>
      <p:graphicFrame>
        <p:nvGraphicFramePr>
          <p:cNvPr id="6" name="Rectangle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8806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 NHÂN HỆ THỐNG</a:t>
            </a:r>
          </a:p>
        </p:txBody>
      </p:sp>
      <p:graphicFrame>
        <p:nvGraphicFramePr>
          <p:cNvPr id="21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2747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KIẾN TRÚC </a:t>
            </a:r>
            <a:b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 </a:t>
            </a:r>
            <a:b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 NHÂN VIÊN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105701-5DB7-5C23-26BA-70F07C19C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11" y="17819"/>
            <a:ext cx="7029548" cy="68580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ĐỒ USE CASES</a:t>
            </a:r>
          </a:p>
        </p:txBody>
      </p:sp>
      <p:pic>
        <p:nvPicPr>
          <p:cNvPr id="492342887" name="Pictur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980" y="1825625"/>
            <a:ext cx="6018530" cy="4351655"/>
          </a:xfrm>
          <a:prstGeom prst="rect">
            <a:avLst/>
          </a:prstGeom>
          <a:noFill/>
        </p:spPr>
      </p:pic>
    </p:spTree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ĐỒ USE CASES</a:t>
            </a:r>
          </a:p>
        </p:txBody>
      </p:sp>
      <p:pic>
        <p:nvPicPr>
          <p:cNvPr id="892183129" name="Picture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150" y="1056640"/>
            <a:ext cx="6515100" cy="5120640"/>
          </a:xfrm>
          <a:prstGeom prst="rect">
            <a:avLst/>
          </a:prstGeom>
          <a:noFill/>
        </p:spPr>
      </p:pic>
    </p:spTree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83820" y="-635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37048" y="7650900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ĐỒ USE CASES</a:t>
            </a:r>
          </a:p>
        </p:txBody>
      </p:sp>
      <p:pic>
        <p:nvPicPr>
          <p:cNvPr id="497988650" name="Picture 1" descr="A diagram of a diagram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5620" y="1771015"/>
            <a:ext cx="7376160" cy="38481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83820" y="-635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37048" y="7650900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961666" y="2842671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ĐỒ USE CASES</a:t>
            </a:r>
          </a:p>
        </p:txBody>
      </p:sp>
      <p:pic>
        <p:nvPicPr>
          <p:cNvPr id="166062792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870" y="851535"/>
            <a:ext cx="7313295" cy="51549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Cơ sở </a:t>
            </a:r>
            <a:br>
              <a:rPr lang="en-US" sz="4000" b="1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dữ liệu</a:t>
            </a:r>
          </a:p>
        </p:txBody>
      </p:sp>
      <p:pic>
        <p:nvPicPr>
          <p:cNvPr id="1827967219" name="Picture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610" y="478712"/>
            <a:ext cx="8129300" cy="6237048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53056-74B1-9333-BC5D-AF8FA472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F107940-8DD7-B82F-68D3-09DBADCA979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069F00-63FB-175A-5825-8E28AB816E3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612F2A-48F4-7871-B281-9F370805478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3A5073-5F71-B8A0-A574-12CAB7DF866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239458B-0EFD-59E9-0E44-3339DA14AE4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4F48A-1A58-7754-2AE5-DCAEA1721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cap="all" dirty="0">
                <a:solidFill>
                  <a:srgbClr val="FFFFFF"/>
                </a:solidFill>
              </a:rPr>
              <a:t>BIỂU ĐỒ TUẦN TỰ</a:t>
            </a:r>
            <a:endParaRPr lang="en-US" sz="4000" b="1" kern="1200" cap="all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AD0DA4-F87F-1992-E27A-E09C15A47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21" y="1371912"/>
            <a:ext cx="8048160" cy="50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6243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vi-VN" altLang="en-US" sz="4000" b="1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CHỨC NĂNG CHUNG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 useBgFill="1">
        <p:nvSpPr>
          <p:cNvPr id="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27000" y="12700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27002" y="12700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255857" y="12700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434777" y="-5180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498597" y="475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1" indent="457200"/>
            <a:r>
              <a:rPr lang="vi-VN" altLang="en-US" sz="4000" b="1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CHỨC NĂNG CHUNG </a:t>
            </a:r>
            <a:endParaRPr lang="en-US" sz="4000" b="1" cap="all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Diagram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137470"/>
              </p:ext>
            </p:extLst>
          </p:nvPr>
        </p:nvGraphicFramePr>
        <p:xfrm>
          <a:off x="771056" y="2239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en-US" sz="4000" b="1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CHỨC NĂNG CHUNG</a:t>
            </a:r>
          </a:p>
        </p:txBody>
      </p:sp>
      <p:graphicFrame>
        <p:nvGraphicFramePr>
          <p:cNvPr id="9" name="Diagram 8"/>
          <p:cNvGraphicFramePr>
            <a:graphicFrameLocks noGrp="1"/>
          </p:cNvGraphicFramePr>
          <p:nvPr/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 useBgFill="1">
        <p:nvSpPr>
          <p:cNvPr id="5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27000" y="12700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27002" y="12700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255857" y="12700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434777" y="-5180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/>
          <p:cNvSpPr>
            <a:spLocks noGrp="1"/>
          </p:cNvSpPr>
          <p:nvPr/>
        </p:nvSpPr>
        <p:spPr>
          <a:xfrm>
            <a:off x="1498597" y="475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1" indent="457200"/>
            <a:r>
              <a:rPr lang="vi-VN" altLang="en-US" sz="4000" b="1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CHỨC NĂNG CHUNG </a:t>
            </a:r>
            <a:endParaRPr lang="en-US" sz="4000" b="1" cap="all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Diagram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899874"/>
              </p:ext>
            </p:extLst>
          </p:nvPr>
        </p:nvGraphicFramePr>
        <p:xfrm>
          <a:off x="771056" y="2239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vi-VN" sz="4000" b="1" cap="all" dirty="0">
                <a:solidFill>
                  <a:srgbClr val="FFFFFF"/>
                </a:solidFill>
                <a:latin typeface="+mn-lt"/>
                <a:cs typeface="Calibri" panose="020F0502020204030204" pitchFamily="34" charset="0"/>
              </a:rPr>
              <a:t>Kết luận</a:t>
            </a:r>
            <a:endParaRPr lang="en-US" sz="4000" b="1" cap="all" dirty="0">
              <a:solidFill>
                <a:srgbClr val="FFFFFF"/>
              </a:solidFill>
              <a:latin typeface="+mn-lt"/>
              <a:cs typeface="Calibri" panose="020F0502020204030204" pitchFamily="34" charset="0"/>
            </a:endParaRPr>
          </a:p>
        </p:txBody>
      </p:sp>
      <p:graphicFrame>
        <p:nvGraphicFramePr>
          <p:cNvPr id="34" name="Rectangl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72211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cap="all">
                <a:solidFill>
                  <a:srgbClr val="FFFFFF"/>
                </a:solidFill>
                <a:latin typeface="+mn-lt"/>
                <a:cs typeface="Calibri" panose="020F0502020204030204" pitchFamily="34" charset="0"/>
              </a:rPr>
              <a:t>PHÁT TRIỂN</a:t>
            </a:r>
          </a:p>
        </p:txBody>
      </p:sp>
      <p:graphicFrame>
        <p:nvGraphicFramePr>
          <p:cNvPr id="36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87030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4800" b="1" kern="1200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4800" b="1" kern="1200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kern="1200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</a:t>
            </a:r>
            <a:r>
              <a:rPr lang="en-US" sz="4800" b="1" kern="1200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kern="1200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4800" b="1" kern="1200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kern="1200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4800" b="1" kern="1200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4800" b="1" kern="1200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kern="1200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4800" b="1" kern="1200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kern="1200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4800" b="1" kern="1200" cap="all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kern="1200" cap="all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endParaRPr lang="en-US" sz="4800" b="1" kern="1200" cap="all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603</Words>
  <Application>Microsoft Office PowerPoint</Application>
  <PresentationFormat>Widescreen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XÂY DỰNG PHẦN MỀM CHẤM CÔNG TỰ ĐỘNG CHO CÔNG TY CỔ PHẦN INFINITY TECHNOLOGY GLOBAL</vt:lpstr>
      <vt:lpstr>Nội dung</vt:lpstr>
      <vt:lpstr>Lý do chọn đề tài</vt:lpstr>
      <vt:lpstr>Mục tiêu &amp; Phạm vi</vt:lpstr>
      <vt:lpstr>CÔNG NGHỆ SỬ DỤNG</vt:lpstr>
      <vt:lpstr>TÁC NHÂN HỆ THỐNG</vt:lpstr>
      <vt:lpstr>KIẾN TRÚC  HỆ  THỐNG NHÂN VIÊN</vt:lpstr>
      <vt:lpstr>BIỂU ĐỒ USE CASES</vt:lpstr>
      <vt:lpstr>BIỂU ĐỒ USE CASES</vt:lpstr>
      <vt:lpstr>BIỂU ĐỒ USE CASES</vt:lpstr>
      <vt:lpstr>PowerPoint Presentation</vt:lpstr>
      <vt:lpstr>Cơ sở  dữ liệu</vt:lpstr>
      <vt:lpstr>BIỂU ĐỒ TUẦN TỰ</vt:lpstr>
      <vt:lpstr>CÁC CHỨC NĂNG CHUNG</vt:lpstr>
      <vt:lpstr>PowerPoint Presentation</vt:lpstr>
      <vt:lpstr>Kết luận</vt:lpstr>
      <vt:lpstr>PHÁT TRIỂN</vt:lpstr>
      <vt:lpstr>Cảm ơn hội đồng  đã theo dõi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a42742 Đinh Thanh Hoài</dc:creator>
  <cp:lastModifiedBy>Huy Nguyễn</cp:lastModifiedBy>
  <cp:revision>32</cp:revision>
  <dcterms:created xsi:type="dcterms:W3CDTF">2025-05-06T22:16:00Z</dcterms:created>
  <dcterms:modified xsi:type="dcterms:W3CDTF">2025-12-18T13:08:40Z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A5F9C6F1CFE146498782EA4A70A72501_13</vt:lpwstr>
  </property>
  <property fmtid="{D5CDD505-2E9C-101B-9397-08002B2CF9AE}" pid="3" name="KSOProductBuildVer">
    <vt:lpwstr>1033-12.2.0.23196</vt:lpwstr>
  </property>
</Properties>
</file>